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68" r:id="rId2"/>
    <p:sldId id="269" r:id="rId3"/>
    <p:sldId id="270" r:id="rId4"/>
    <p:sldId id="271" r:id="rId5"/>
    <p:sldId id="272" r:id="rId6"/>
    <p:sldId id="273" r:id="rId7"/>
    <p:sldId id="274" r:id="rId8"/>
    <p:sldId id="275" r:id="rId9"/>
    <p:sldId id="276" r:id="rId10"/>
  </p:sldIdLst>
  <p:sldSz cx="12192000" cy="6858000"/>
  <p:notesSz cx="6858000" cy="9144000"/>
  <p:embeddedFontLst>
    <p:embeddedFont>
      <p:font typeface="Roboto Mono" pitchFamily="49" charset="0"/>
      <p:regular r:id="rId12"/>
      <p:bold r:id="rId13"/>
      <p:italic r:id="rId14"/>
      <p:boldItalic r:id="rId15"/>
    </p:embeddedFont>
    <p:embeddedFont>
      <p:font typeface="Roboto Mono Medium" panose="0000000900000000000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Yy1VRKVxRCAQI6RlchdCOmGHyp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51" Type="http://schemas.openxmlformats.org/officeDocument/2006/relationships/viewProps" Target="viewProps.xml"/><Relationship Id="rId3" Type="http://schemas.openxmlformats.org/officeDocument/2006/relationships/slide" Target="slides/slide2.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8.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4" name="Google Shape;714;p28:notes"/>
          <p:cNvSpPr txBox="1">
            <a:spLocks noGrp="1"/>
          </p:cNvSpPr>
          <p:nvPr>
            <p:ph type="body" idx="1"/>
          </p:nvPr>
        </p:nvSpPr>
        <p:spPr>
          <a:xfrm>
            <a:off x="685800" y="4400550"/>
            <a:ext cx="5486400" cy="3600450"/>
          </a:xfrm>
          <a:prstGeom prst="rect">
            <a:avLst/>
          </a:prstGeom>
          <a:noFill/>
          <a:ln>
            <a:noFill/>
          </a:ln>
        </p:spPr>
        <p:txBody>
          <a:bodyPr/>
          <a:lstStyle/>
          <a:p>
            <a:r>
              <a:rPr lang="en-US"/>
              <a:t>Opening.
I want to frame the talk around one question: how can a robot learn from demonstrations without directly retargeting human motion into robot motion?</a:t>
            </a:r>
          </a:p>
          <a:p>
            <a:r>
              <a:rPr lang="en-US"/>
              <a:t>The key phrase is “without retargeting.” In many robotics pipelines, a human video is converted into body pose, end-effector targets, or joint trajectories. That can work in narrow settings, but it requires strong assumptions about correspondence between the demonstrator and the robot.</a:t>
            </a:r>
          </a:p>
          <a:p>
            <a:r>
              <a:rPr lang="en-US"/>
              <a:t>Here, I want to treat the demonstration differently. The demonstration should provide task intent: what object matters, what the goal looks like, and what kind of progress should happen. But the robot still needs to decide its own physical strategy through closed-loop interaction.</a:t>
            </a:r>
          </a:p>
          <a:p>
            <a:r>
              <a:rPr lang="en-US"/>
              <a:t>So the whole talk is about demonstration-guided RL: using demonstrations to reduce the search space, while avoiding the brittle step of copying human motion directly.</a:t>
            </a:r>
          </a:p>
          <a:p>
            <a:r>
              <a:rPr lang="en-US"/>
              <a:t>Transition: the reason we care about this is scalability.</a:t>
            </a:r>
          </a:p>
        </p:txBody>
      </p:sp>
      <p:sp>
        <p:nvSpPr>
          <p:cNvPr id="715" name="Google Shape;71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p29:notes"/>
          <p:cNvSpPr txBox="1">
            <a:spLocks noGrp="1"/>
          </p:cNvSpPr>
          <p:nvPr>
            <p:ph type="body" idx="1"/>
          </p:nvPr>
        </p:nvSpPr>
        <p:spPr>
          <a:xfrm>
            <a:off x="685800" y="4400550"/>
            <a:ext cx="5486400" cy="3600450"/>
          </a:xfrm>
          <a:prstGeom prst="rect">
            <a:avLst/>
          </a:prstGeom>
          <a:noFill/>
          <a:ln>
            <a:noFill/>
          </a:ln>
        </p:spPr>
        <p:txBody>
          <a:bodyPr/>
          <a:lstStyle/>
          <a:p>
            <a:r>
              <a:rPr lang="en-US"/>
              <a:t>This slide compares three ways to get robot learning signal.</a:t>
            </a:r>
          </a:p>
          <a:p>
            <a:r>
              <a:rPr lang="en-US"/>
              <a:t>On the left, supervised learning gives clear targets, but it is expensive. If we need 2D or 3D annotations, manual corrections, filtering, or retargeting for every task, then scaling to diverse objects and scenes becomes hard.</a:t>
            </a:r>
          </a:p>
          <a:p>
            <a:r>
              <a:rPr lang="en-US"/>
              <a:t>In the middle, pure RL removes some annotation requirements, but now we need an explicit success metric. The robot has to discover the task through trial and error. For long-horizon manipulation, this can be extremely inefficient, and the reward may not capture what we actually want.</a:t>
            </a:r>
          </a:p>
          <a:p>
            <a:r>
              <a:rPr lang="en-US"/>
              <a:t>On the right is the direction I want to emphasize: casual demonstrations. A demonstration can come from different viewpoints, does not require dense annotation, does not need a hand-written metric at every step, and does not require retargeting if we use it as guidance rather than a motion target.</a:t>
            </a:r>
          </a:p>
          <a:p>
            <a:r>
              <a:rPr lang="en-US"/>
              <a:t>The baby analogy is useful here. Babies do not receive 3D pose labels or dense reward functions for every action. They observe others, try things, fail, feel contact, and gradually learn how their own body can act.</a:t>
            </a:r>
          </a:p>
          <a:p>
            <a:r>
              <a:rPr lang="en-US"/>
              <a:t>Transition: given this motivation, what would an ideal learning framework look like?</a:t>
            </a:r>
          </a:p>
        </p:txBody>
      </p:sp>
      <p:sp>
        <p:nvSpPr>
          <p:cNvPr id="721" name="Google Shape;72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3f7c363cec0_1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3f7c363cec0_1_78:notes"/>
          <p:cNvSpPr txBox="1">
            <a:spLocks noGrp="1"/>
          </p:cNvSpPr>
          <p:nvPr>
            <p:ph type="body" idx="1"/>
          </p:nvPr>
        </p:nvSpPr>
        <p:spPr>
          <a:xfrm>
            <a:off x="685800" y="4400550"/>
            <a:ext cx="5486400" cy="3600600"/>
          </a:xfrm>
          <a:prstGeom prst="rect">
            <a:avLst/>
          </a:prstGeom>
        </p:spPr>
        <p:txBody>
          <a:bodyPr/>
          <a:lstStyle/>
          <a:p>
            <a:r>
              <a:rPr lang="en-US"/>
              <a:t>This slide sketches a potentially ideal framework.</a:t>
            </a:r>
          </a:p>
          <a:p>
            <a:r>
              <a:rPr lang="en-US"/>
              <a:t>We start from a demonstration video. The demonstration may not be in the same world as the robot. It may have a different camera viewpoint, different object appearance, different lighting, or even a different embodiment.</a:t>
            </a:r>
          </a:p>
          <a:p>
            <a:r>
              <a:rPr lang="en-US"/>
              <a:t>The next step is to generate a digital cousin world. I use the word “cousin” intentionally: it does not need to be an exact digital twin. The goal is not pixel-perfect reconstruction. The goal is to create a world that is semantically aligned with the demonstration: the same task, the same relevant objects, and the same kind of progress.</a:t>
            </a:r>
          </a:p>
          <a:p>
            <a:r>
              <a:rPr lang="en-US"/>
              <a:t>Then the robot watches the demo and tries to make its own world state semantically similar to the demonstration. That means the robot is not copying the human motion. It is trying to reach a similar task state using its own body and its own controller.</a:t>
            </a:r>
          </a:p>
          <a:p>
            <a:r>
              <a:rPr lang="en-US"/>
              <a:t>The important idea is semantic similarity rather than trajectory copying. If the demonstration shows a cup being placed into a bowl, the robot should understand that relation and act in its own world to create the same relation.</a:t>
            </a:r>
          </a:p>
          <a:p>
            <a:r>
              <a:rPr lang="en-US"/>
              <a:t>Transition: the next slide turns this high-level idea into a closed-loop learning diagram.</a:t>
            </a:r>
          </a:p>
        </p:txBody>
      </p:sp>
      <p:sp>
        <p:nvSpPr>
          <p:cNvPr id="733" name="Google Shape;733;g3f7c363cec0_1_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p31:notes"/>
          <p:cNvSpPr txBox="1">
            <a:spLocks noGrp="1"/>
          </p:cNvSpPr>
          <p:nvPr>
            <p:ph type="body" idx="1"/>
          </p:nvPr>
        </p:nvSpPr>
        <p:spPr>
          <a:xfrm>
            <a:off x="685800" y="4400550"/>
            <a:ext cx="5486400" cy="3600450"/>
          </a:xfrm>
          <a:prstGeom prst="rect">
            <a:avLst/>
          </a:prstGeom>
          <a:noFill/>
          <a:ln>
            <a:noFill/>
          </a:ln>
        </p:spPr>
        <p:txBody>
          <a:bodyPr/>
          <a:lstStyle/>
          <a:p>
            <a:r>
              <a:rPr lang="en-US"/>
              <a:t>This diagram shows the closed-loop version of demonstration-conditioned RL.</a:t>
            </a:r>
          </a:p>
          <a:p>
            <a:r>
              <a:rPr lang="en-US"/>
              <a:t>Look at the left side first. The policy does not only receive a demonstration video. It also receives visual history, tactile history, and action history. That is important because manipulation is not a single-frame problem. The robot needs to know what it has already tried and how the object responded.</a:t>
            </a:r>
          </a:p>
          <a:p>
            <a:r>
              <a:rPr lang="en-US"/>
              <a:t>The demonstration gives task-level information: the goal, the phase of the task, and the rough progress pattern. The visual history tells the robot what is currently visible. The tactile history tells whether contact is stable, slipping, or risky. The action history gives memory of previous attempts.</a:t>
            </a:r>
          </a:p>
          <a:p>
            <a:r>
              <a:rPr lang="en-US"/>
              <a:t>All of these streams go into a demo-conditioned policy or world model. The model outputs an action, the robot interacts with the object, and then new visual and tactile feedback comes back into the system.</a:t>
            </a:r>
          </a:p>
          <a:p>
            <a:r>
              <a:rPr lang="en-US"/>
              <a:t>The core message is this: the demonstration guides what to do, while interaction history decides how to do it. This is why tactile feedback matters. Many important physical properties, such as force, slip, and stability, cannot be fully inferred from the video alone.</a:t>
            </a:r>
          </a:p>
          <a:p>
            <a:r>
              <a:rPr lang="en-US"/>
              <a:t>Transition: to make this concrete, I use box carrying as a toy task.</a:t>
            </a:r>
          </a:p>
        </p:txBody>
      </p:sp>
      <p:sp>
        <p:nvSpPr>
          <p:cNvPr id="741" name="Google Shape;74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0:notes"/>
          <p:cNvSpPr txBox="1">
            <a:spLocks noGrp="1"/>
          </p:cNvSpPr>
          <p:nvPr>
            <p:ph type="body" idx="1"/>
          </p:nvPr>
        </p:nvSpPr>
        <p:spPr>
          <a:xfrm>
            <a:off x="685800" y="4400550"/>
            <a:ext cx="5486400" cy="3600450"/>
          </a:xfrm>
          <a:prstGeom prst="rect">
            <a:avLst/>
          </a:prstGeom>
          <a:noFill/>
          <a:ln>
            <a:noFill/>
          </a:ln>
        </p:spPr>
        <p:txBody>
          <a:bodyPr/>
          <a:lstStyle/>
          <a:p>
            <a:r>
              <a:rPr lang="en-US"/>
              <a:t>This slide introduces the toy task: learning to carry from a demonstration.</a:t>
            </a:r>
          </a:p>
          <a:p>
            <a:r>
              <a:rPr lang="en-US"/>
              <a:t>Point to the left side of the image. The human demonstration shows the visible goal: hold the box and move it across the room. This gives the robot a clear task direction.</a:t>
            </a:r>
          </a:p>
          <a:p>
            <a:r>
              <a:rPr lang="en-US"/>
              <a:t>Now point to the robot sequence. The robot should not simply copy the human's body posture. The robot has a different body, different hand geometry, different balance constraints, and different available contact surfaces. It has to find its own strategy.</a:t>
            </a:r>
          </a:p>
          <a:p>
            <a:r>
              <a:rPr lang="en-US"/>
              <a:t>For this task, the strategy includes things that are not visible in the human video: how much force to apply, whether to support the box with the chest or forearms, how low to carry it, whether the object is slipping, and how to adjust posture while walking.</a:t>
            </a:r>
          </a:p>
          <a:p>
            <a:r>
              <a:rPr lang="en-US"/>
              <a:t>The reason this is a useful toy task is that it combines demonstration understanding with real physical interaction. The robot sees the box and the human carrying behavior, but it must use contact and feedback to decide how to carry safely.</a:t>
            </a:r>
          </a:p>
          <a:p>
            <a:r>
              <a:rPr lang="en-US"/>
              <a:t>The main takeaway is the green sentence at the bottom: minimal annotation and no retargeting. The demonstration tells the robot what task to solve, but not the exact motion to copy.</a:t>
            </a:r>
          </a:p>
          <a:p>
            <a:r>
              <a:rPr lang="en-US"/>
              <a:t>Transition: this creates a demo-to-real gap, because the demonstration and robot execution are not the same world.</a:t>
            </a:r>
          </a:p>
        </p:txBody>
      </p:sp>
      <p:sp>
        <p:nvSpPr>
          <p:cNvPr id="747" name="Google Shape;74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p34:notes"/>
          <p:cNvSpPr txBox="1">
            <a:spLocks noGrp="1"/>
          </p:cNvSpPr>
          <p:nvPr>
            <p:ph type="body" idx="1"/>
          </p:nvPr>
        </p:nvSpPr>
        <p:spPr>
          <a:xfrm>
            <a:off x="685800" y="4400550"/>
            <a:ext cx="5486400" cy="3600450"/>
          </a:xfrm>
          <a:prstGeom prst="rect">
            <a:avLst/>
          </a:prstGeom>
          <a:noFill/>
          <a:ln>
            <a:noFill/>
          </a:ln>
        </p:spPr>
        <p:txBody>
          <a:bodyPr/>
          <a:lstStyle/>
          <a:p>
            <a:r>
              <a:rPr lang="en-US"/>
              <a:t>This slide states the main gap visually.</a:t>
            </a:r>
          </a:p>
          <a:p>
            <a:r>
              <a:rPr lang="en-US"/>
              <a:t>At the top, the robot sees the same demonstration video. But in the real robot setting, the body can be different and the load can be different. Even if the visual goal is the same, the physically correct strategy may change.</a:t>
            </a:r>
          </a:p>
          <a:p>
            <a:r>
              <a:rPr lang="en-US"/>
              <a:t>Look at the three robots in the image. They are all carrying a box, but they use different postures. One may carry low, one may hold closer to the chest, and another may widen its stance. This is exactly the behavior we want: the same demonstration should not force the same posture.</a:t>
            </a:r>
          </a:p>
          <a:p>
            <a:r>
              <a:rPr lang="en-US"/>
              <a:t>The phrase “Demo2Real gap” here means more than a visual domain gap. It is also a physical gap. The demonstration does not directly reveal mass, center of mass, friction, softness, or required grip force. The robot must discover these through interaction.</a:t>
            </a:r>
          </a:p>
          <a:p>
            <a:r>
              <a:rPr lang="en-US"/>
              <a:t>This is where contact and curiosity enter. Contact tells whether the current strategy is safe. Curiosity decides what test to perform next: lift slightly, adjust grip, shift support, or try a different carrying height.</a:t>
            </a:r>
          </a:p>
          <a:p>
            <a:r>
              <a:rPr lang="en-US"/>
              <a:t>The key sentence is at the bottom: same demo, different body, different load, therefore different strategy.</a:t>
            </a:r>
          </a:p>
          <a:p>
            <a:r>
              <a:rPr lang="en-US"/>
              <a:t>Transition: next I show related work that addresses parts of this pipeline.</a:t>
            </a:r>
          </a:p>
        </p:txBody>
      </p:sp>
      <p:sp>
        <p:nvSpPr>
          <p:cNvPr id="755" name="Google Shape;755;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p32:notes"/>
          <p:cNvSpPr txBox="1">
            <a:spLocks noGrp="1"/>
          </p:cNvSpPr>
          <p:nvPr>
            <p:ph type="body" idx="1"/>
          </p:nvPr>
        </p:nvSpPr>
        <p:spPr>
          <a:xfrm>
            <a:off x="685800" y="4400550"/>
            <a:ext cx="5486400" cy="3600450"/>
          </a:xfrm>
          <a:prstGeom prst="rect">
            <a:avLst/>
          </a:prstGeom>
          <a:noFill/>
          <a:ln>
            <a:noFill/>
          </a:ln>
        </p:spPr>
        <p:txBody>
          <a:bodyPr/>
          <a:lstStyle/>
          <a:p>
            <a:r>
              <a:rPr lang="en-US"/>
              <a:t>This related work slide shows demo video as a policy condition.</a:t>
            </a:r>
          </a:p>
          <a:p>
            <a:r>
              <a:rPr lang="en-US"/>
              <a:t>The example is SeeTraceAct. The figure starts with a one-shot demonstration video. The system also receives current camera views and a language instruction. From these inputs, it generates a latent visual plan and then predicts robot actions.</a:t>
            </a:r>
          </a:p>
          <a:p>
            <a:r>
              <a:rPr lang="en-US"/>
              <a:t>The important part for us is that the demonstration is used as a prompt. The policy is not just learning from a fixed dataset of action labels; it is conditioned on what the demonstration shows. This makes it relevant to our goal of using demonstrations as scalable task guidance.</a:t>
            </a:r>
          </a:p>
          <a:p>
            <a:r>
              <a:rPr lang="en-US"/>
              <a:t>Point to the lower part of the figure. The trace prediction step is a way of grounding the demonstration spatially. In other words, the model tries to determine where the robot should interact in the current scene.</a:t>
            </a:r>
          </a:p>
          <a:p>
            <a:r>
              <a:rPr lang="en-US"/>
              <a:t>The bottom summary captures the mechanism: demo video prompt plus current views gives robot action.</a:t>
            </a:r>
          </a:p>
          <a:p>
            <a:r>
              <a:rPr lang="en-US"/>
              <a:t>The limitation for our project is that this is still mostly tabletop manipulation. It does not address whole-body balance, tactile contact probing, unknown load, or morphology-dependent carrying strategy.</a:t>
            </a:r>
          </a:p>
          <a:p>
            <a:r>
              <a:rPr lang="en-US"/>
              <a:t>Transition: the next related work moves closer to humanoid whole-body behavior.</a:t>
            </a:r>
          </a:p>
        </p:txBody>
      </p:sp>
      <p:sp>
        <p:nvSpPr>
          <p:cNvPr id="765" name="Google Shape;76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3f7c363cec0_2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g3f7c363cec0_2_7:notes"/>
          <p:cNvSpPr txBox="1">
            <a:spLocks noGrp="1"/>
          </p:cNvSpPr>
          <p:nvPr>
            <p:ph type="body" idx="1"/>
          </p:nvPr>
        </p:nvSpPr>
        <p:spPr>
          <a:xfrm>
            <a:off x="685800" y="4400550"/>
            <a:ext cx="5486400" cy="3600600"/>
          </a:xfrm>
          <a:prstGeom prst="rect">
            <a:avLst/>
          </a:prstGeom>
          <a:noFill/>
          <a:ln>
            <a:noFill/>
          </a:ln>
        </p:spPr>
        <p:txBody>
          <a:bodyPr/>
          <a:lstStyle/>
          <a:p>
            <a:r>
              <a:rPr lang="en-US"/>
              <a:t>This related work slide shows human video to humanoid box carrying.</a:t>
            </a:r>
          </a:p>
          <a:p>
            <a:r>
              <a:rPr lang="en-US"/>
              <a:t>The example is Sugar. The visual result shows humanoid loco-manipulation skills, including carrying a box and interacting with large objects. This is much closer to the embodiment we care about than tabletop arm manipulation.</a:t>
            </a:r>
          </a:p>
          <a:p>
            <a:r>
              <a:rPr lang="en-US"/>
              <a:t>The key idea is that human videos can provide interaction priors. These priors are then refined into humanoid skills. So instead of hand-coding every behavior, the system can use video-derived data to learn richer whole-body interaction.</a:t>
            </a:r>
          </a:p>
          <a:p>
            <a:r>
              <a:rPr lang="en-US"/>
              <a:t>Point to the top row: the carry-box sequence is the most relevant example for us. It shows that a humanoid can coordinate arms, torso, legs, and balance while moving an object.</a:t>
            </a:r>
          </a:p>
          <a:p>
            <a:r>
              <a:rPr lang="en-US"/>
              <a:t>The bottom summary says: human videos become interaction priors, and those priors become a humanoid carrying skill.</a:t>
            </a:r>
          </a:p>
          <a:p>
            <a:r>
              <a:rPr lang="en-US"/>
              <a:t>The remaining gap is active physical discovery. Sugar shows that human-video priors can drive humanoid skills, but our focus is on what happens when the load is unknown and the robot must actively probe to choose its own strategy.</a:t>
            </a:r>
          </a:p>
          <a:p>
            <a:r>
              <a:rPr lang="en-US"/>
              <a:t>Transition: the final related work slide shows another line of work: tracking 2D motion and imitating it in simulation.</a:t>
            </a:r>
          </a:p>
        </p:txBody>
      </p:sp>
      <p:sp>
        <p:nvSpPr>
          <p:cNvPr id="776" name="Google Shape;776;g3f7c363cec0_2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33:notes"/>
          <p:cNvSpPr txBox="1">
            <a:spLocks noGrp="1"/>
          </p:cNvSpPr>
          <p:nvPr>
            <p:ph type="body" idx="1"/>
          </p:nvPr>
        </p:nvSpPr>
        <p:spPr>
          <a:xfrm>
            <a:off x="685800" y="4400550"/>
            <a:ext cx="5486400" cy="3600450"/>
          </a:xfrm>
          <a:prstGeom prst="rect">
            <a:avLst/>
          </a:prstGeom>
          <a:noFill/>
          <a:ln>
            <a:noFill/>
          </a:ln>
        </p:spPr>
        <p:txBody>
          <a:bodyPr/>
          <a:lstStyle/>
          <a:p>
            <a:r>
              <a:rPr lang="en-US"/>
              <a:t>This related work slide shows a different kind of video-to-control pipeline.</a:t>
            </a:r>
          </a:p>
          <a:p>
            <a:r>
              <a:rPr lang="en-US"/>
              <a:t>The pipeline starts from a source video. A 2D motion is extracted from that video. Then a simulated character learns to track or mimic that 2D motion. This is useful because it reduces the need for full 3D motion capture.</a:t>
            </a:r>
          </a:p>
          <a:p>
            <a:r>
              <a:rPr lang="en-US"/>
              <a:t>The top row makes the idea easy to see: video on the left, extracted 2D motion in the middle, simulated character on the right. The lower diagram shows how the method uses tracking policies and motion generators to control the simulated character.</a:t>
            </a:r>
          </a:p>
          <a:p>
            <a:r>
              <a:rPr lang="en-US"/>
              <a:t>This is relevant because it shows another way to learn from ordinary videos without full 3D supervision. It also connects to the broader theme of scalable guidance from weak visual input.</a:t>
            </a:r>
          </a:p>
          <a:p>
            <a:r>
              <a:rPr lang="en-US"/>
              <a:t>But this is closer to motion imitation than to our target. The simulated character is trying to follow extracted motion. Our project is different because the demonstration should not be copied directly. The robot should use the demonstration to infer the goal, then use contact feedback to decide a physically safe strategy.</a:t>
            </a:r>
          </a:p>
          <a:p>
            <a:r>
              <a:rPr lang="en-US"/>
              <a:t>So across these related works, the message is: video can guide policies, video can provide humanoid priors, and 2D tracking can support imitation. What is still missing is demonstration-guided, tactile-aware, robot-specific strategy selection without retargeting.</a:t>
            </a:r>
          </a:p>
        </p:txBody>
      </p:sp>
      <p:sp>
        <p:nvSpPr>
          <p:cNvPr id="787" name="Google Shape;78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accent4"/>
        </a:solidFill>
        <a:effectLst/>
      </p:bgPr>
    </p:bg>
    <p:spTree>
      <p:nvGrpSpPr>
        <p:cNvPr id="1" name="Shape 36"/>
        <p:cNvGrpSpPr/>
        <p:nvPr/>
      </p:nvGrpSpPr>
      <p:grpSpPr>
        <a:xfrm>
          <a:off x="0" y="0"/>
          <a:ext cx="0" cy="0"/>
          <a:chOff x="0" y="0"/>
          <a:chExt cx="0" cy="0"/>
        </a:xfrm>
      </p:grpSpPr>
      <p:pic>
        <p:nvPicPr>
          <p:cNvPr id="37" name="Google Shape;37;p4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40"/>
          <p:cNvSpPr/>
          <p:nvPr/>
        </p:nvSpPr>
        <p:spPr>
          <a:xfrm>
            <a:off x="0" y="0"/>
            <a:ext cx="8788400" cy="6858000"/>
          </a:xfrm>
          <a:prstGeom prst="rect">
            <a:avLst/>
          </a:prstGeom>
          <a:gradFill>
            <a:gsLst>
              <a:gs pos="0">
                <a:srgbClr val="FFFFFF">
                  <a:alpha val="85098"/>
                </a:srgbClr>
              </a:gs>
              <a:gs pos="50000">
                <a:srgbClr val="FFFFFF">
                  <a:alpha val="74901"/>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a:solidFill>
                <a:schemeClr val="lt1"/>
              </a:solidFill>
              <a:latin typeface="Arial"/>
              <a:ea typeface="Arial"/>
              <a:cs typeface="Arial"/>
              <a:sym typeface="Arial"/>
            </a:endParaRPr>
          </a:p>
        </p:txBody>
      </p:sp>
      <p:sp>
        <p:nvSpPr>
          <p:cNvPr id="39" name="Google Shape;39;p40"/>
          <p:cNvSpPr txBox="1">
            <a:spLocks noGrp="1"/>
          </p:cNvSpPr>
          <p:nvPr>
            <p:ph type="body" idx="1"/>
          </p:nvPr>
        </p:nvSpPr>
        <p:spPr>
          <a:xfrm>
            <a:off x="3048000" y="1066800"/>
            <a:ext cx="4724400" cy="4724400"/>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1000"/>
              </a:spcBef>
              <a:spcAft>
                <a:spcPts val="0"/>
              </a:spcAft>
              <a:buSzPts val="1800"/>
              <a:buNone/>
              <a:defRPr sz="1800">
                <a:latin typeface="Arial"/>
                <a:ea typeface="Arial"/>
                <a:cs typeface="Arial"/>
                <a:sym typeface="Arial"/>
              </a:defRPr>
            </a:lvl1pPr>
            <a:lvl2pPr marL="914400" lvl="1" indent="-228600" algn="l">
              <a:lnSpc>
                <a:spcPct val="90000"/>
              </a:lnSpc>
              <a:spcBef>
                <a:spcPts val="1000"/>
              </a:spcBef>
              <a:spcAft>
                <a:spcPts val="0"/>
              </a:spcAft>
              <a:buSzPts val="4000"/>
              <a:buNone/>
              <a:defRPr sz="4000">
                <a:latin typeface="Arial"/>
                <a:ea typeface="Arial"/>
                <a:cs typeface="Arial"/>
                <a:sym typeface="Arial"/>
              </a:defRPr>
            </a:lvl2pPr>
            <a:lvl3pPr marL="1371600" lvl="2" indent="-228600" algn="l">
              <a:lnSpc>
                <a:spcPct val="90000"/>
              </a:lnSpc>
              <a:spcBef>
                <a:spcPts val="533"/>
              </a:spcBef>
              <a:spcAft>
                <a:spcPts val="0"/>
              </a:spcAft>
              <a:buSzPts val="4000"/>
              <a:buNone/>
              <a:defRPr sz="4000">
                <a:latin typeface="Arial"/>
                <a:ea typeface="Arial"/>
                <a:cs typeface="Arial"/>
                <a:sym typeface="Arial"/>
              </a:defRPr>
            </a:lvl3pPr>
            <a:lvl4pPr marL="1828800" lvl="3" indent="-228600" algn="l">
              <a:lnSpc>
                <a:spcPct val="90000"/>
              </a:lnSpc>
              <a:spcBef>
                <a:spcPts val="267"/>
              </a:spcBef>
              <a:spcAft>
                <a:spcPts val="0"/>
              </a:spcAft>
              <a:buSzPts val="4000"/>
              <a:buNone/>
              <a:defRPr sz="4000">
                <a:latin typeface="Arial"/>
                <a:ea typeface="Arial"/>
                <a:cs typeface="Arial"/>
                <a:sym typeface="Arial"/>
              </a:defRPr>
            </a:lvl4pPr>
            <a:lvl5pPr marL="2286000" lvl="4" indent="-228600" algn="l">
              <a:lnSpc>
                <a:spcPct val="90000"/>
              </a:lnSpc>
              <a:spcBef>
                <a:spcPts val="267"/>
              </a:spcBef>
              <a:spcAft>
                <a:spcPts val="0"/>
              </a:spcAft>
              <a:buSzPts val="4000"/>
              <a:buNone/>
              <a:defRPr sz="40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40"/>
          <p:cNvSpPr txBox="1"/>
          <p:nvPr/>
        </p:nvSpPr>
        <p:spPr>
          <a:xfrm>
            <a:off x="609600" y="3118535"/>
            <a:ext cx="1910887" cy="646331"/>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US" sz="4000">
                <a:solidFill>
                  <a:schemeClr val="dk1"/>
                </a:solidFill>
                <a:latin typeface="Arial"/>
                <a:ea typeface="Arial"/>
                <a:cs typeface="Arial"/>
                <a:sym typeface="Arial"/>
              </a:rPr>
              <a:t>Agenda</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ransition">
  <p:cSld name="Transition">
    <p:bg>
      <p:bgPr>
        <a:solidFill>
          <a:schemeClr val="accent4"/>
        </a:solidFill>
        <a:effectLst/>
      </p:bgPr>
    </p:bg>
    <p:spTree>
      <p:nvGrpSpPr>
        <p:cNvPr id="1" name="Shape 41"/>
        <p:cNvGrpSpPr/>
        <p:nvPr/>
      </p:nvGrpSpPr>
      <p:grpSpPr>
        <a:xfrm>
          <a:off x="0" y="0"/>
          <a:ext cx="0" cy="0"/>
          <a:chOff x="0" y="0"/>
          <a:chExt cx="0" cy="0"/>
        </a:xfrm>
      </p:grpSpPr>
      <p:pic>
        <p:nvPicPr>
          <p:cNvPr id="42" name="Google Shape;42;p4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3" name="Google Shape;43;p41"/>
          <p:cNvSpPr txBox="1">
            <a:spLocks noGrp="1"/>
          </p:cNvSpPr>
          <p:nvPr>
            <p:ph type="body" idx="1"/>
          </p:nvPr>
        </p:nvSpPr>
        <p:spPr>
          <a:xfrm>
            <a:off x="6019800" y="823556"/>
            <a:ext cx="5562600" cy="1138773"/>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0"/>
              </a:spcBef>
              <a:spcAft>
                <a:spcPts val="0"/>
              </a:spcAft>
              <a:buSzPts val="4000"/>
              <a:buNone/>
              <a:defRPr sz="4000">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accent4"/>
        </a:solidFill>
        <a:effectLst/>
      </p:bgPr>
    </p:bg>
    <p:spTree>
      <p:nvGrpSpPr>
        <p:cNvPr id="1" name="Shape 44"/>
        <p:cNvGrpSpPr/>
        <p:nvPr/>
      </p:nvGrpSpPr>
      <p:grpSpPr>
        <a:xfrm>
          <a:off x="0" y="0"/>
          <a:ext cx="0" cy="0"/>
          <a:chOff x="0" y="0"/>
          <a:chExt cx="0" cy="0"/>
        </a:xfrm>
      </p:grpSpPr>
      <p:pic>
        <p:nvPicPr>
          <p:cNvPr id="45" name="Google Shape;45;p4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6" name="Google Shape;46;p42"/>
          <p:cNvSpPr/>
          <p:nvPr/>
        </p:nvSpPr>
        <p:spPr>
          <a:xfrm>
            <a:off x="0" y="0"/>
            <a:ext cx="12192000" cy="6858000"/>
          </a:xfrm>
          <a:prstGeom prst="rect">
            <a:avLst/>
          </a:prstGeom>
          <a:gradFill>
            <a:gsLst>
              <a:gs pos="0">
                <a:srgbClr val="FFFFFF">
                  <a:alpha val="50196"/>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a:solidFill>
                <a:schemeClr val="lt1"/>
              </a:solidFill>
              <a:latin typeface="Arial"/>
              <a:ea typeface="Arial"/>
              <a:cs typeface="Arial"/>
              <a:sym typeface="Arial"/>
            </a:endParaRPr>
          </a:p>
        </p:txBody>
      </p:sp>
      <p:sp>
        <p:nvSpPr>
          <p:cNvPr id="47" name="Google Shape;47;p42"/>
          <p:cNvSpPr txBox="1">
            <a:spLocks noGrp="1"/>
          </p:cNvSpPr>
          <p:nvPr>
            <p:ph type="body" idx="1"/>
          </p:nvPr>
        </p:nvSpPr>
        <p:spPr>
          <a:xfrm>
            <a:off x="2194560" y="5294057"/>
            <a:ext cx="7772400" cy="252377"/>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1600"/>
              <a:buNone/>
              <a:defRPr sz="1600">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42"/>
          <p:cNvSpPr txBox="1">
            <a:spLocks noGrp="1"/>
          </p:cNvSpPr>
          <p:nvPr>
            <p:ph type="title"/>
          </p:nvPr>
        </p:nvSpPr>
        <p:spPr>
          <a:xfrm>
            <a:off x="2194560" y="1320800"/>
            <a:ext cx="7772400" cy="36576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dk1"/>
              </a:buClr>
              <a:buSzPts val="5000"/>
              <a:buFont typeface="Arial"/>
              <a:buChar char="“"/>
              <a:defRPr sz="5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peaker">
  <p:cSld name="Speaker">
    <p:bg>
      <p:bgPr>
        <a:solidFill>
          <a:schemeClr val="accent4"/>
        </a:solidFill>
        <a:effectLst/>
      </p:bgPr>
    </p:bg>
    <p:spTree>
      <p:nvGrpSpPr>
        <p:cNvPr id="1" name="Shape 49"/>
        <p:cNvGrpSpPr/>
        <p:nvPr/>
      </p:nvGrpSpPr>
      <p:grpSpPr>
        <a:xfrm>
          <a:off x="0" y="0"/>
          <a:ext cx="0" cy="0"/>
          <a:chOff x="0" y="0"/>
          <a:chExt cx="0" cy="0"/>
        </a:xfrm>
      </p:grpSpPr>
      <p:pic>
        <p:nvPicPr>
          <p:cNvPr id="50" name="Google Shape;50;p43"/>
          <p:cNvPicPr preferRelativeResize="0"/>
          <p:nvPr/>
        </p:nvPicPr>
        <p:blipFill rotWithShape="1">
          <a:blip r:embed="rId2">
            <a:alphaModFix/>
          </a:blip>
          <a:srcRect/>
          <a:stretch/>
        </p:blipFill>
        <p:spPr>
          <a:xfrm>
            <a:off x="1" y="0"/>
            <a:ext cx="12191999" cy="6857999"/>
          </a:xfrm>
          <a:prstGeom prst="rect">
            <a:avLst/>
          </a:prstGeom>
          <a:noFill/>
          <a:ln>
            <a:noFill/>
          </a:ln>
        </p:spPr>
      </p:pic>
      <p:sp>
        <p:nvSpPr>
          <p:cNvPr id="51" name="Google Shape;51;p43"/>
          <p:cNvSpPr/>
          <p:nvPr/>
        </p:nvSpPr>
        <p:spPr>
          <a:xfrm>
            <a:off x="0" y="0"/>
            <a:ext cx="12192000" cy="6858000"/>
          </a:xfrm>
          <a:prstGeom prst="rect">
            <a:avLst/>
          </a:prstGeom>
          <a:gradFill>
            <a:gsLst>
              <a:gs pos="0">
                <a:srgbClr val="FFFFFF">
                  <a:alpha val="40000"/>
                </a:srgbClr>
              </a:gs>
              <a:gs pos="15000">
                <a:srgbClr val="FFFFFF">
                  <a:alpha val="4000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67">
              <a:solidFill>
                <a:schemeClr val="lt1"/>
              </a:solidFill>
              <a:latin typeface="Arial"/>
              <a:ea typeface="Arial"/>
              <a:cs typeface="Arial"/>
              <a:sym typeface="Arial"/>
            </a:endParaRPr>
          </a:p>
        </p:txBody>
      </p:sp>
      <p:sp>
        <p:nvSpPr>
          <p:cNvPr id="52" name="Google Shape;52;p43"/>
          <p:cNvSpPr txBox="1">
            <a:spLocks noGrp="1"/>
          </p:cNvSpPr>
          <p:nvPr>
            <p:ph type="body" idx="1"/>
          </p:nvPr>
        </p:nvSpPr>
        <p:spPr>
          <a:xfrm>
            <a:off x="609600" y="1981200"/>
            <a:ext cx="6705600" cy="137160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solidFill>
                  <a:schemeClr val="dk1"/>
                </a:solidFill>
                <a:latin typeface="Arial"/>
                <a:ea typeface="Arial"/>
                <a:cs typeface="Arial"/>
                <a:sym typeface="Arial"/>
              </a:defRPr>
            </a:lvl1pPr>
            <a:lvl2pPr marL="914400" lvl="1" indent="-313246" algn="l">
              <a:lnSpc>
                <a:spcPct val="90000"/>
              </a:lnSpc>
              <a:spcBef>
                <a:spcPts val="533"/>
              </a:spcBef>
              <a:spcAft>
                <a:spcPts val="0"/>
              </a:spcAft>
              <a:buSzPts val="1333"/>
              <a:buChar char="•"/>
              <a:defRPr>
                <a:solidFill>
                  <a:schemeClr val="dk1"/>
                </a:solidFill>
                <a:latin typeface="Arial"/>
                <a:ea typeface="Arial"/>
                <a:cs typeface="Arial"/>
                <a:sym typeface="Arial"/>
              </a:defRPr>
            </a:lvl2pPr>
            <a:lvl3pPr marL="1371600" lvl="2" indent="-304800" algn="l">
              <a:lnSpc>
                <a:spcPct val="90000"/>
              </a:lnSpc>
              <a:spcBef>
                <a:spcPts val="533"/>
              </a:spcBef>
              <a:spcAft>
                <a:spcPts val="0"/>
              </a:spcAft>
              <a:buSzPts val="1200"/>
              <a:buChar char="•"/>
              <a:defRPr>
                <a:solidFill>
                  <a:schemeClr val="dk1"/>
                </a:solidFill>
                <a:latin typeface="Arial"/>
                <a:ea typeface="Arial"/>
                <a:cs typeface="Arial"/>
                <a:sym typeface="Arial"/>
              </a:defRPr>
            </a:lvl3pPr>
            <a:lvl4pPr marL="1828800" lvl="3" indent="-296355" algn="l">
              <a:lnSpc>
                <a:spcPct val="90000"/>
              </a:lnSpc>
              <a:spcBef>
                <a:spcPts val="267"/>
              </a:spcBef>
              <a:spcAft>
                <a:spcPts val="0"/>
              </a:spcAft>
              <a:buSzPts val="1067"/>
              <a:buChar char="•"/>
              <a:defRPr>
                <a:solidFill>
                  <a:schemeClr val="dk1"/>
                </a:solidFill>
                <a:latin typeface="Arial"/>
                <a:ea typeface="Arial"/>
                <a:cs typeface="Arial"/>
                <a:sym typeface="Arial"/>
              </a:defRPr>
            </a:lvl4pPr>
            <a:lvl5pPr marL="2286000" lvl="4" indent="-287845" algn="l">
              <a:lnSpc>
                <a:spcPct val="90000"/>
              </a:lnSpc>
              <a:spcBef>
                <a:spcPts val="267"/>
              </a:spcBef>
              <a:spcAft>
                <a:spcPts val="0"/>
              </a:spcAft>
              <a:buSzPts val="933"/>
              <a:buChar char="•"/>
              <a:defRPr>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43"/>
          <p:cNvSpPr txBox="1">
            <a:spLocks noGrp="1"/>
          </p:cNvSpPr>
          <p:nvPr>
            <p:ph type="body" idx="2"/>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533"/>
              </a:spcBef>
              <a:spcAft>
                <a:spcPts val="0"/>
              </a:spcAft>
              <a:buSzPts val="1600"/>
              <a:buFont typeface="Arial"/>
              <a:buNone/>
              <a:defRPr sz="1600">
                <a:solidFill>
                  <a:schemeClr val="dk1"/>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43"/>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3"/>
          <p:cNvSpPr txBox="1">
            <a:spLocks noGrp="1"/>
          </p:cNvSpPr>
          <p:nvPr>
            <p:ph type="body" idx="3"/>
          </p:nvPr>
        </p:nvSpPr>
        <p:spPr>
          <a:xfrm>
            <a:off x="5181600" y="5955646"/>
            <a:ext cx="2133600" cy="30697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933"/>
              <a:buNone/>
              <a:defRPr sz="9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43"/>
          <p:cNvSpPr txBox="1">
            <a:spLocks noGrp="1"/>
          </p:cNvSpPr>
          <p:nvPr>
            <p:ph type="body" idx="4"/>
          </p:nvPr>
        </p:nvSpPr>
        <p:spPr>
          <a:xfrm>
            <a:off x="5181600" y="5644645"/>
            <a:ext cx="2133600" cy="297454"/>
          </a:xfrm>
          <a:prstGeom prst="rect">
            <a:avLst/>
          </a:prstGeom>
          <a:noFill/>
          <a:ln>
            <a:noFill/>
          </a:ln>
        </p:spPr>
        <p:txBody>
          <a:bodyPr spcFirstLastPara="1" wrap="square" lIns="0" tIns="45700" rIns="0" bIns="45700" anchor="b" anchorCtr="0">
            <a:spAutoFit/>
          </a:bodyPr>
          <a:lstStyle>
            <a:lvl1pPr marL="457200" lvl="0" indent="-228600" algn="ctr">
              <a:lnSpc>
                <a:spcPct val="100000"/>
              </a:lnSpc>
              <a:spcBef>
                <a:spcPts val="0"/>
              </a:spcBef>
              <a:spcAft>
                <a:spcPts val="0"/>
              </a:spcAft>
              <a:buSzPts val="1333"/>
              <a:buNone/>
              <a:defRPr sz="13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43"/>
          <p:cNvSpPr>
            <a:spLocks noGrp="1"/>
          </p:cNvSpPr>
          <p:nvPr>
            <p:ph type="pic" idx="5"/>
          </p:nvPr>
        </p:nvSpPr>
        <p:spPr>
          <a:xfrm>
            <a:off x="5181600" y="3505200"/>
            <a:ext cx="2133600" cy="2133600"/>
          </a:xfrm>
          <a:prstGeom prst="rect">
            <a:avLst/>
          </a:prstGeom>
          <a:solidFill>
            <a:schemeClr val="lt2"/>
          </a:solidFill>
          <a:ln w="9525" cap="flat" cmpd="sng">
            <a:solidFill>
              <a:schemeClr val="accent6"/>
            </a:solidFill>
            <a:prstDash val="solid"/>
            <a:round/>
            <a:headEnd type="none" w="sm" len="sm"/>
            <a:tailEnd type="none" w="sm" len="sm"/>
          </a:ln>
        </p:spPr>
      </p:sp>
      <p:sp>
        <p:nvSpPr>
          <p:cNvPr id="58" name="Google Shape;58;p43"/>
          <p:cNvSpPr txBox="1">
            <a:spLocks noGrp="1"/>
          </p:cNvSpPr>
          <p:nvPr>
            <p:ph type="body" idx="6"/>
          </p:nvPr>
        </p:nvSpPr>
        <p:spPr>
          <a:xfrm>
            <a:off x="2895600" y="5955646"/>
            <a:ext cx="2133600" cy="30697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933"/>
              <a:buNone/>
              <a:defRPr sz="9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43"/>
          <p:cNvSpPr txBox="1">
            <a:spLocks noGrp="1"/>
          </p:cNvSpPr>
          <p:nvPr>
            <p:ph type="body" idx="7"/>
          </p:nvPr>
        </p:nvSpPr>
        <p:spPr>
          <a:xfrm>
            <a:off x="2895600" y="5644645"/>
            <a:ext cx="2133600" cy="297454"/>
          </a:xfrm>
          <a:prstGeom prst="rect">
            <a:avLst/>
          </a:prstGeom>
          <a:noFill/>
          <a:ln>
            <a:noFill/>
          </a:ln>
        </p:spPr>
        <p:txBody>
          <a:bodyPr spcFirstLastPara="1" wrap="square" lIns="0" tIns="45700" rIns="0" bIns="45700" anchor="b" anchorCtr="0">
            <a:spAutoFit/>
          </a:bodyPr>
          <a:lstStyle>
            <a:lvl1pPr marL="457200" lvl="0" indent="-228600" algn="ctr">
              <a:lnSpc>
                <a:spcPct val="100000"/>
              </a:lnSpc>
              <a:spcBef>
                <a:spcPts val="0"/>
              </a:spcBef>
              <a:spcAft>
                <a:spcPts val="0"/>
              </a:spcAft>
              <a:buSzPts val="1333"/>
              <a:buNone/>
              <a:defRPr sz="13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43"/>
          <p:cNvSpPr>
            <a:spLocks noGrp="1"/>
          </p:cNvSpPr>
          <p:nvPr>
            <p:ph type="pic" idx="8"/>
          </p:nvPr>
        </p:nvSpPr>
        <p:spPr>
          <a:xfrm>
            <a:off x="2895600" y="3505200"/>
            <a:ext cx="2133600" cy="2133600"/>
          </a:xfrm>
          <a:prstGeom prst="rect">
            <a:avLst/>
          </a:prstGeom>
          <a:solidFill>
            <a:schemeClr val="lt2"/>
          </a:solidFill>
          <a:ln w="9525" cap="flat" cmpd="sng">
            <a:solidFill>
              <a:schemeClr val="accent6"/>
            </a:solidFill>
            <a:prstDash val="solid"/>
            <a:round/>
            <a:headEnd type="none" w="sm" len="sm"/>
            <a:tailEnd type="none" w="sm" len="sm"/>
          </a:ln>
        </p:spPr>
      </p:sp>
      <p:sp>
        <p:nvSpPr>
          <p:cNvPr id="61" name="Google Shape;61;p43"/>
          <p:cNvSpPr txBox="1">
            <a:spLocks noGrp="1"/>
          </p:cNvSpPr>
          <p:nvPr>
            <p:ph type="body" idx="9"/>
          </p:nvPr>
        </p:nvSpPr>
        <p:spPr>
          <a:xfrm>
            <a:off x="609600" y="5955646"/>
            <a:ext cx="2133600" cy="306978"/>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933"/>
              <a:buNone/>
              <a:defRPr sz="9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43"/>
          <p:cNvSpPr txBox="1">
            <a:spLocks noGrp="1"/>
          </p:cNvSpPr>
          <p:nvPr>
            <p:ph type="body" idx="13"/>
          </p:nvPr>
        </p:nvSpPr>
        <p:spPr>
          <a:xfrm>
            <a:off x="609600" y="5644645"/>
            <a:ext cx="2133600" cy="297454"/>
          </a:xfrm>
          <a:prstGeom prst="rect">
            <a:avLst/>
          </a:prstGeom>
          <a:noFill/>
          <a:ln>
            <a:noFill/>
          </a:ln>
        </p:spPr>
        <p:txBody>
          <a:bodyPr spcFirstLastPara="1" wrap="square" lIns="0" tIns="45700" rIns="0" bIns="45700" anchor="b" anchorCtr="0">
            <a:spAutoFit/>
          </a:bodyPr>
          <a:lstStyle>
            <a:lvl1pPr marL="457200" lvl="0" indent="-228600" algn="ctr">
              <a:lnSpc>
                <a:spcPct val="100000"/>
              </a:lnSpc>
              <a:spcBef>
                <a:spcPts val="0"/>
              </a:spcBef>
              <a:spcAft>
                <a:spcPts val="0"/>
              </a:spcAft>
              <a:buSzPts val="1333"/>
              <a:buNone/>
              <a:defRPr sz="1333">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228600" algn="l">
              <a:lnSpc>
                <a:spcPct val="90000"/>
              </a:lnSpc>
              <a:spcBef>
                <a:spcPts val="533"/>
              </a:spcBef>
              <a:spcAft>
                <a:spcPts val="0"/>
              </a:spcAft>
              <a:buSzPts val="1200"/>
              <a:buNone/>
              <a:defRPr/>
            </a:lvl3pPr>
            <a:lvl4pPr marL="1828800" lvl="3" indent="-228600" algn="l">
              <a:lnSpc>
                <a:spcPct val="90000"/>
              </a:lnSpc>
              <a:spcBef>
                <a:spcPts val="267"/>
              </a:spcBef>
              <a:spcAft>
                <a:spcPts val="0"/>
              </a:spcAft>
              <a:buSzPts val="1067"/>
              <a:buNone/>
              <a:defRPr/>
            </a:lvl4pPr>
            <a:lvl5pPr marL="2286000" lvl="4" indent="-228600" algn="l">
              <a:lnSpc>
                <a:spcPct val="90000"/>
              </a:lnSpc>
              <a:spcBef>
                <a:spcPts val="267"/>
              </a:spcBef>
              <a:spcAft>
                <a:spcPts val="0"/>
              </a:spcAft>
              <a:buSzPts val="933"/>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43"/>
          <p:cNvSpPr>
            <a:spLocks noGrp="1"/>
          </p:cNvSpPr>
          <p:nvPr>
            <p:ph type="pic" idx="14"/>
          </p:nvPr>
        </p:nvSpPr>
        <p:spPr>
          <a:xfrm>
            <a:off x="609600" y="3505200"/>
            <a:ext cx="2133600" cy="213360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bargo">
  <p:cSld name="Embargo">
    <p:spTree>
      <p:nvGrpSpPr>
        <p:cNvPr id="1" name="Shape 64"/>
        <p:cNvGrpSpPr/>
        <p:nvPr/>
      </p:nvGrpSpPr>
      <p:grpSpPr>
        <a:xfrm>
          <a:off x="0" y="0"/>
          <a:ext cx="0" cy="0"/>
          <a:chOff x="0" y="0"/>
          <a:chExt cx="0" cy="0"/>
        </a:xfrm>
      </p:grpSpPr>
      <p:sp>
        <p:nvSpPr>
          <p:cNvPr id="65" name="Google Shape;65;p44"/>
          <p:cNvSpPr/>
          <p:nvPr/>
        </p:nvSpPr>
        <p:spPr>
          <a:xfrm>
            <a:off x="0" y="6781800"/>
            <a:ext cx="12192000" cy="76200"/>
          </a:xfrm>
          <a:prstGeom prst="rect">
            <a:avLst/>
          </a:prstGeom>
          <a:solidFill>
            <a:srgbClr val="E52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a:solidFill>
                <a:schemeClr val="lt1"/>
              </a:solidFill>
              <a:latin typeface="Arial"/>
              <a:ea typeface="Arial"/>
              <a:cs typeface="Arial"/>
              <a:sym typeface="Arial"/>
            </a:endParaRPr>
          </a:p>
        </p:txBody>
      </p:sp>
      <p:sp>
        <p:nvSpPr>
          <p:cNvPr id="66" name="Google Shape;66;p44"/>
          <p:cNvSpPr/>
          <p:nvPr/>
        </p:nvSpPr>
        <p:spPr>
          <a:xfrm>
            <a:off x="0" y="0"/>
            <a:ext cx="12192000" cy="76200"/>
          </a:xfrm>
          <a:prstGeom prst="rect">
            <a:avLst/>
          </a:prstGeom>
          <a:solidFill>
            <a:srgbClr val="E52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0">
              <a:solidFill>
                <a:schemeClr val="lt1"/>
              </a:solidFill>
              <a:latin typeface="Arial"/>
              <a:ea typeface="Arial"/>
              <a:cs typeface="Arial"/>
              <a:sym typeface="Arial"/>
            </a:endParaRPr>
          </a:p>
        </p:txBody>
      </p:sp>
      <p:sp>
        <p:nvSpPr>
          <p:cNvPr id="67" name="Google Shape;67;p44"/>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4"/>
          <p:cNvSpPr txBox="1"/>
          <p:nvPr/>
        </p:nvSpPr>
        <p:spPr>
          <a:xfrm>
            <a:off x="604837" y="3570556"/>
            <a:ext cx="2757165" cy="13337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667" b="1">
                <a:solidFill>
                  <a:schemeClr val="dk1"/>
                </a:solidFill>
                <a:latin typeface="Arial"/>
                <a:ea typeface="Arial"/>
                <a:cs typeface="Arial"/>
                <a:sym typeface="Arial"/>
              </a:rPr>
              <a:t>DO NOT DISTRIBUTE UNTIL DATES LISTED.  NVIDIA CONFIDENTIAL.</a:t>
            </a:r>
            <a:endParaRPr/>
          </a:p>
        </p:txBody>
      </p:sp>
      <p:sp>
        <p:nvSpPr>
          <p:cNvPr id="69" name="Google Shape;69;p44"/>
          <p:cNvSpPr txBox="1">
            <a:spLocks noGrp="1"/>
          </p:cNvSpPr>
          <p:nvPr>
            <p:ph type="body" idx="1"/>
          </p:nvPr>
        </p:nvSpPr>
        <p:spPr>
          <a:xfrm>
            <a:off x="9816942" y="1825605"/>
            <a:ext cx="1219200" cy="3732646"/>
          </a:xfrm>
          <a:prstGeom prst="rect">
            <a:avLst/>
          </a:prstGeom>
          <a:noFill/>
          <a:ln>
            <a:noFill/>
          </a:ln>
        </p:spPr>
        <p:txBody>
          <a:bodyPr spcFirstLastPara="1" wrap="square" lIns="0" tIns="274300" rIns="0" bIns="45700" anchor="t" anchorCtr="0">
            <a:noAutofit/>
          </a:bodyPr>
          <a:lstStyle>
            <a:lvl1pPr marL="457200" lvl="0" indent="-228600" algn="l">
              <a:lnSpc>
                <a:spcPct val="100000"/>
              </a:lnSpc>
              <a:spcBef>
                <a:spcPts val="0"/>
              </a:spcBef>
              <a:spcAft>
                <a:spcPts val="0"/>
              </a:spcAft>
              <a:buSzPts val="1333"/>
              <a:buNone/>
              <a:defRPr sz="1333">
                <a:latin typeface="Arial"/>
                <a:ea typeface="Arial"/>
                <a:cs typeface="Arial"/>
                <a:sym typeface="Arial"/>
              </a:defRPr>
            </a:lvl1pPr>
            <a:lvl2pPr marL="914400" lvl="1" indent="-342900" algn="l">
              <a:lnSpc>
                <a:spcPct val="90000"/>
              </a:lnSpc>
              <a:spcBef>
                <a:spcPts val="1067"/>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44"/>
          <p:cNvSpPr txBox="1"/>
          <p:nvPr/>
        </p:nvSpPr>
        <p:spPr>
          <a:xfrm>
            <a:off x="9816942" y="1553735"/>
            <a:ext cx="1066800" cy="271869"/>
          </a:xfrm>
          <a:prstGeom prst="rect">
            <a:avLst/>
          </a:prstGeom>
          <a:noFill/>
          <a:ln>
            <a:noFill/>
          </a:ln>
        </p:spPr>
        <p:txBody>
          <a:bodyPr spcFirstLastPara="1" wrap="square" lIns="0" tIns="45700" rIns="0" bIns="91425" anchor="b" anchorCtr="0">
            <a:noAutofit/>
          </a:bodyPr>
          <a:lstStyle/>
          <a:p>
            <a:pPr marL="0" marR="0" lvl="0" indent="0" algn="l" rtl="0">
              <a:spcBef>
                <a:spcPts val="0"/>
              </a:spcBef>
              <a:spcAft>
                <a:spcPts val="0"/>
              </a:spcAft>
              <a:buNone/>
            </a:pPr>
            <a:r>
              <a:rPr lang="en-US" sz="1067">
                <a:solidFill>
                  <a:schemeClr val="dk1"/>
                </a:solidFill>
                <a:latin typeface="Arial"/>
                <a:ea typeface="Arial"/>
                <a:cs typeface="Arial"/>
                <a:sym typeface="Arial"/>
              </a:rPr>
              <a:t>Zone</a:t>
            </a:r>
            <a:endParaRPr/>
          </a:p>
        </p:txBody>
      </p:sp>
      <p:sp>
        <p:nvSpPr>
          <p:cNvPr id="71" name="Google Shape;71;p44"/>
          <p:cNvSpPr txBox="1">
            <a:spLocks noGrp="1"/>
          </p:cNvSpPr>
          <p:nvPr>
            <p:ph type="body" idx="2"/>
          </p:nvPr>
        </p:nvSpPr>
        <p:spPr>
          <a:xfrm>
            <a:off x="8069580" y="1825605"/>
            <a:ext cx="1524000" cy="3732646"/>
          </a:xfrm>
          <a:prstGeom prst="rect">
            <a:avLst/>
          </a:prstGeom>
          <a:noFill/>
          <a:ln>
            <a:noFill/>
          </a:ln>
        </p:spPr>
        <p:txBody>
          <a:bodyPr spcFirstLastPara="1" wrap="square" lIns="0" tIns="274300" rIns="0" bIns="45700" anchor="t" anchorCtr="0">
            <a:noAutofit/>
          </a:bodyPr>
          <a:lstStyle>
            <a:lvl1pPr marL="457200" marR="0" lvl="0" indent="-228600" algn="l">
              <a:lnSpc>
                <a:spcPct val="100000"/>
              </a:lnSpc>
              <a:spcBef>
                <a:spcPts val="0"/>
              </a:spcBef>
              <a:spcAft>
                <a:spcPts val="0"/>
              </a:spcAft>
              <a:buClr>
                <a:schemeClr val="accent1"/>
              </a:buClr>
              <a:buSzPts val="1333"/>
              <a:buFont typeface="Arial"/>
              <a:buNone/>
              <a:defRPr sz="1333">
                <a:latin typeface="Arial"/>
                <a:ea typeface="Arial"/>
                <a:cs typeface="Arial"/>
                <a:sym typeface="Arial"/>
              </a:defRPr>
            </a:lvl1pPr>
            <a:lvl2pPr marL="914400" lvl="1" indent="-342900" algn="l">
              <a:lnSpc>
                <a:spcPct val="90000"/>
              </a:lnSpc>
              <a:spcBef>
                <a:spcPts val="1067"/>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44"/>
          <p:cNvSpPr txBox="1"/>
          <p:nvPr/>
        </p:nvSpPr>
        <p:spPr>
          <a:xfrm>
            <a:off x="8069580" y="1553735"/>
            <a:ext cx="1524000" cy="271869"/>
          </a:xfrm>
          <a:prstGeom prst="rect">
            <a:avLst/>
          </a:prstGeom>
          <a:noFill/>
          <a:ln>
            <a:noFill/>
          </a:ln>
        </p:spPr>
        <p:txBody>
          <a:bodyPr spcFirstLastPara="1" wrap="square" lIns="0" tIns="45700" rIns="0" bIns="91425" anchor="b" anchorCtr="0">
            <a:noAutofit/>
          </a:bodyPr>
          <a:lstStyle/>
          <a:p>
            <a:pPr marL="0" marR="0" lvl="0" indent="0" algn="l" rtl="0">
              <a:spcBef>
                <a:spcPts val="0"/>
              </a:spcBef>
              <a:spcAft>
                <a:spcPts val="0"/>
              </a:spcAft>
              <a:buNone/>
            </a:pPr>
            <a:r>
              <a:rPr lang="en-US" sz="1067">
                <a:solidFill>
                  <a:schemeClr val="dk1"/>
                </a:solidFill>
                <a:latin typeface="Arial"/>
                <a:ea typeface="Arial"/>
                <a:cs typeface="Arial"/>
                <a:sym typeface="Arial"/>
              </a:rPr>
              <a:t>Time</a:t>
            </a:r>
            <a:endParaRPr/>
          </a:p>
        </p:txBody>
      </p:sp>
      <p:sp>
        <p:nvSpPr>
          <p:cNvPr id="73" name="Google Shape;73;p44"/>
          <p:cNvSpPr txBox="1">
            <a:spLocks noGrp="1"/>
          </p:cNvSpPr>
          <p:nvPr>
            <p:ph type="body" idx="3"/>
          </p:nvPr>
        </p:nvSpPr>
        <p:spPr>
          <a:xfrm>
            <a:off x="6474619" y="1825605"/>
            <a:ext cx="1371600" cy="3732646"/>
          </a:xfrm>
          <a:prstGeom prst="rect">
            <a:avLst/>
          </a:prstGeom>
          <a:noFill/>
          <a:ln>
            <a:noFill/>
          </a:ln>
        </p:spPr>
        <p:txBody>
          <a:bodyPr spcFirstLastPara="1" wrap="square" lIns="0" tIns="274300" rIns="0" bIns="45700" anchor="t" anchorCtr="0">
            <a:noAutofit/>
          </a:bodyPr>
          <a:lstStyle>
            <a:lvl1pPr marL="457200" marR="0" lvl="0" indent="-228600" algn="l">
              <a:lnSpc>
                <a:spcPct val="100000"/>
              </a:lnSpc>
              <a:spcBef>
                <a:spcPts val="0"/>
              </a:spcBef>
              <a:spcAft>
                <a:spcPts val="0"/>
              </a:spcAft>
              <a:buClr>
                <a:schemeClr val="accent1"/>
              </a:buClr>
              <a:buSzPts val="1333"/>
              <a:buFont typeface="Arial"/>
              <a:buNone/>
              <a:defRPr sz="1333">
                <a:latin typeface="Arial"/>
                <a:ea typeface="Arial"/>
                <a:cs typeface="Arial"/>
                <a:sym typeface="Arial"/>
              </a:defRPr>
            </a:lvl1pPr>
            <a:lvl2pPr marL="914400" lvl="1" indent="-342900" algn="l">
              <a:lnSpc>
                <a:spcPct val="90000"/>
              </a:lnSpc>
              <a:spcBef>
                <a:spcPts val="1067"/>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44"/>
          <p:cNvSpPr txBox="1"/>
          <p:nvPr/>
        </p:nvSpPr>
        <p:spPr>
          <a:xfrm>
            <a:off x="6474618" y="1553735"/>
            <a:ext cx="1524000" cy="271869"/>
          </a:xfrm>
          <a:prstGeom prst="rect">
            <a:avLst/>
          </a:prstGeom>
          <a:noFill/>
          <a:ln>
            <a:noFill/>
          </a:ln>
        </p:spPr>
        <p:txBody>
          <a:bodyPr spcFirstLastPara="1" wrap="square" lIns="0" tIns="45700" rIns="0" bIns="91425" anchor="b" anchorCtr="0">
            <a:noAutofit/>
          </a:bodyPr>
          <a:lstStyle/>
          <a:p>
            <a:pPr marL="0" marR="0" lvl="0" indent="0" algn="l" rtl="0">
              <a:spcBef>
                <a:spcPts val="0"/>
              </a:spcBef>
              <a:spcAft>
                <a:spcPts val="0"/>
              </a:spcAft>
              <a:buNone/>
            </a:pPr>
            <a:r>
              <a:rPr lang="en-US" sz="1067">
                <a:solidFill>
                  <a:schemeClr val="dk1"/>
                </a:solidFill>
                <a:latin typeface="Arial"/>
                <a:ea typeface="Arial"/>
                <a:cs typeface="Arial"/>
                <a:sym typeface="Arial"/>
              </a:rPr>
              <a:t>Region</a:t>
            </a:r>
            <a:endParaRPr/>
          </a:p>
        </p:txBody>
      </p:sp>
      <p:cxnSp>
        <p:nvCxnSpPr>
          <p:cNvPr id="75" name="Google Shape;75;p44"/>
          <p:cNvCxnSpPr/>
          <p:nvPr/>
        </p:nvCxnSpPr>
        <p:spPr>
          <a:xfrm>
            <a:off x="6474619" y="1825605"/>
            <a:ext cx="4572000" cy="0"/>
          </a:xfrm>
          <a:prstGeom prst="straightConnector1">
            <a:avLst/>
          </a:prstGeom>
          <a:noFill/>
          <a:ln w="38100" cap="flat" cmpd="sng">
            <a:solidFill>
              <a:schemeClr val="accent6"/>
            </a:solidFill>
            <a:prstDash val="solid"/>
            <a:miter lim="8000"/>
            <a:headEnd type="none" w="lg" len="lg"/>
            <a:tailEnd type="none" w="lg" len="lg"/>
          </a:ln>
        </p:spPr>
      </p:cxnSp>
      <p:sp>
        <p:nvSpPr>
          <p:cNvPr id="76" name="Google Shape;76;p44"/>
          <p:cNvSpPr txBox="1">
            <a:spLocks noGrp="1"/>
          </p:cNvSpPr>
          <p:nvPr>
            <p:ph type="body" idx="4"/>
          </p:nvPr>
        </p:nvSpPr>
        <p:spPr>
          <a:xfrm>
            <a:off x="6474619" y="1143001"/>
            <a:ext cx="4561523" cy="260879"/>
          </a:xfrm>
          <a:prstGeom prst="rect">
            <a:avLst/>
          </a:prstGeom>
          <a:noFill/>
          <a:ln>
            <a:noFill/>
          </a:ln>
        </p:spPr>
        <p:txBody>
          <a:bodyPr spcFirstLastPara="1" wrap="square" lIns="0" tIns="45700" rIns="0" bIns="45700" anchor="ctr" anchorCtr="0">
            <a:noAutofit/>
          </a:bodyPr>
          <a:lstStyle>
            <a:lvl1pPr marL="457200" lvl="0" indent="-228600" algn="l">
              <a:lnSpc>
                <a:spcPct val="100000"/>
              </a:lnSpc>
              <a:spcBef>
                <a:spcPts val="533"/>
              </a:spcBef>
              <a:spcAft>
                <a:spcPts val="0"/>
              </a:spcAft>
              <a:buSzPts val="1600"/>
              <a:buNone/>
              <a:defRPr sz="1600">
                <a:solidFill>
                  <a:schemeClr val="dk1"/>
                </a:solidFill>
                <a:latin typeface="Arial"/>
                <a:ea typeface="Arial"/>
                <a:cs typeface="Arial"/>
                <a:sym typeface="Arial"/>
              </a:defRPr>
            </a:lvl1pPr>
            <a:lvl2pPr marL="914400" lvl="1" indent="-228600" algn="l">
              <a:lnSpc>
                <a:spcPct val="90000"/>
              </a:lnSpc>
              <a:spcBef>
                <a:spcPts val="533"/>
              </a:spcBef>
              <a:spcAft>
                <a:spcPts val="0"/>
              </a:spcAft>
              <a:buSzPts val="1333"/>
              <a:buNone/>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4"/>
          <p:cNvSpPr txBox="1"/>
          <p:nvPr/>
        </p:nvSpPr>
        <p:spPr>
          <a:xfrm>
            <a:off x="560387" y="2902848"/>
            <a:ext cx="2969296" cy="723275"/>
          </a:xfrm>
          <a:prstGeom prst="rect">
            <a:avLst/>
          </a:prstGeom>
          <a:noFill/>
          <a:ln>
            <a:noFill/>
          </a:ln>
        </p:spPr>
        <p:txBody>
          <a:bodyPr spcFirstLastPara="1" wrap="square" lIns="0" tIns="15225" rIns="0" bIns="15225" anchor="ctr" anchorCtr="0">
            <a:noAutofit/>
          </a:bodyPr>
          <a:lstStyle/>
          <a:p>
            <a:pPr marL="0" marR="0" lvl="0" indent="0" algn="l" rtl="0">
              <a:spcBef>
                <a:spcPts val="0"/>
              </a:spcBef>
              <a:spcAft>
                <a:spcPts val="0"/>
              </a:spcAft>
              <a:buNone/>
            </a:pPr>
            <a:r>
              <a:rPr lang="en-US" sz="4500">
                <a:solidFill>
                  <a:srgbClr val="E52020"/>
                </a:solidFill>
                <a:latin typeface="Arial"/>
                <a:ea typeface="Arial"/>
                <a:cs typeface="Arial"/>
                <a:sym typeface="Arial"/>
              </a:rPr>
              <a:t>EMBARGO</a:t>
            </a:r>
            <a:endParaRPr/>
          </a:p>
        </p:txBody>
      </p:sp>
      <p:sp>
        <p:nvSpPr>
          <p:cNvPr id="78" name="Google Shape;78;p44"/>
          <p:cNvSpPr txBox="1">
            <a:spLocks noGrp="1"/>
          </p:cNvSpPr>
          <p:nvPr>
            <p:ph type="sldNum" idx="12"/>
          </p:nvPr>
        </p:nvSpPr>
        <p:spPr>
          <a:xfrm>
            <a:off x="304800" y="6477000"/>
            <a:ext cx="213360"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ont Test">
  <p:cSld name="Font Test">
    <p:spTree>
      <p:nvGrpSpPr>
        <p:cNvPr id="1" name="Shape 79"/>
        <p:cNvGrpSpPr/>
        <p:nvPr/>
      </p:nvGrpSpPr>
      <p:grpSpPr>
        <a:xfrm>
          <a:off x="0" y="0"/>
          <a:ext cx="0" cy="0"/>
          <a:chOff x="0" y="0"/>
          <a:chExt cx="0" cy="0"/>
        </a:xfrm>
      </p:grpSpPr>
      <p:pic>
        <p:nvPicPr>
          <p:cNvPr id="80" name="Google Shape;80;p45"/>
          <p:cNvPicPr preferRelativeResize="0"/>
          <p:nvPr/>
        </p:nvPicPr>
        <p:blipFill rotWithShape="1">
          <a:blip r:embed="rId2">
            <a:alphaModFix/>
          </a:blip>
          <a:srcRect/>
          <a:stretch/>
        </p:blipFill>
        <p:spPr>
          <a:xfrm>
            <a:off x="8889715" y="3475307"/>
            <a:ext cx="2692019" cy="1869458"/>
          </a:xfrm>
          <a:prstGeom prst="rect">
            <a:avLst/>
          </a:prstGeom>
          <a:noFill/>
          <a:ln>
            <a:noFill/>
          </a:ln>
        </p:spPr>
      </p:pic>
      <p:sp>
        <p:nvSpPr>
          <p:cNvPr id="81" name="Google Shape;81;p45"/>
          <p:cNvSpPr/>
          <p:nvPr/>
        </p:nvSpPr>
        <p:spPr>
          <a:xfrm>
            <a:off x="6095999" y="3473585"/>
            <a:ext cx="2693035" cy="1869238"/>
          </a:xfrm>
          <a:prstGeom prst="rect">
            <a:avLst/>
          </a:prstGeom>
          <a:solidFill>
            <a:schemeClr val="accen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endParaRPr sz="1067">
              <a:solidFill>
                <a:schemeClr val="lt1"/>
              </a:solidFill>
              <a:latin typeface="Arial"/>
              <a:ea typeface="Arial"/>
              <a:cs typeface="Arial"/>
              <a:sym typeface="Arial"/>
            </a:endParaRPr>
          </a:p>
        </p:txBody>
      </p:sp>
      <p:sp>
        <p:nvSpPr>
          <p:cNvPr id="82" name="Google Shape;82;p45"/>
          <p:cNvSpPr txBox="1">
            <a:spLocks noGrp="1"/>
          </p:cNvSpPr>
          <p:nvPr>
            <p:ph type="body" idx="1"/>
          </p:nvPr>
        </p:nvSpPr>
        <p:spPr>
          <a:xfrm>
            <a:off x="6379209" y="4127357"/>
            <a:ext cx="2205355" cy="103632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SzPts val="2400"/>
              <a:buNone/>
              <a:defRPr sz="2400" b="0">
                <a:solidFill>
                  <a:schemeClr val="dk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5"/>
          <p:cNvSpPr txBox="1">
            <a:spLocks noGrp="1"/>
          </p:cNvSpPr>
          <p:nvPr>
            <p:ph type="body" idx="2"/>
          </p:nvPr>
        </p:nvSpPr>
        <p:spPr>
          <a:xfrm>
            <a:off x="6379209" y="3696470"/>
            <a:ext cx="2205355" cy="43088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2800"/>
              <a:buNone/>
              <a:defRPr sz="2800" b="0">
                <a:solidFill>
                  <a:schemeClr val="dk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5"/>
          <p:cNvSpPr txBox="1"/>
          <p:nvPr/>
        </p:nvSpPr>
        <p:spPr>
          <a:xfrm>
            <a:off x="609600" y="3017520"/>
            <a:ext cx="4572000" cy="822960"/>
          </a:xfrm>
          <a:prstGeom prst="rect">
            <a:avLst/>
          </a:prstGeom>
          <a:noFill/>
          <a:ln>
            <a:noFill/>
          </a:ln>
        </p:spPr>
        <p:txBody>
          <a:bodyPr spcFirstLastPara="1" wrap="square" lIns="0" tIns="15225" rIns="0" bIns="15225" anchor="ctr" anchorCtr="0">
            <a:noAutofit/>
          </a:bodyPr>
          <a:lstStyle/>
          <a:p>
            <a:pPr marL="0" marR="0" lvl="0" indent="0" algn="l" rtl="0">
              <a:lnSpc>
                <a:spcPct val="90000"/>
              </a:lnSpc>
              <a:spcBef>
                <a:spcPts val="0"/>
              </a:spcBef>
              <a:spcAft>
                <a:spcPts val="0"/>
              </a:spcAft>
              <a:buClr>
                <a:schemeClr val="dk1"/>
              </a:buClr>
              <a:buSzPts val="2933"/>
              <a:buFont typeface="Arial"/>
              <a:buNone/>
            </a:pPr>
            <a:r>
              <a:rPr lang="en-US" sz="2933">
                <a:solidFill>
                  <a:schemeClr val="dk1"/>
                </a:solidFill>
                <a:latin typeface="Arial"/>
                <a:ea typeface="Arial"/>
                <a:cs typeface="Arial"/>
                <a:sym typeface="Arial"/>
              </a:rPr>
              <a:t>Verify Font Installation</a:t>
            </a:r>
            <a:endParaRPr/>
          </a:p>
        </p:txBody>
      </p:sp>
      <p:sp>
        <p:nvSpPr>
          <p:cNvPr id="85" name="Google Shape;85;p45"/>
          <p:cNvSpPr txBox="1">
            <a:spLocks noGrp="1"/>
          </p:cNvSpPr>
          <p:nvPr>
            <p:ph type="sldNum" idx="12"/>
          </p:nvPr>
        </p:nvSpPr>
        <p:spPr>
          <a:xfrm>
            <a:off x="304800" y="6477000"/>
            <a:ext cx="213360"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sz="667">
                <a:solidFill>
                  <a:schemeClr val="dk1"/>
                </a:solidFill>
                <a:latin typeface="Arial"/>
                <a:ea typeface="Arial"/>
                <a:cs typeface="Arial"/>
                <a:sym typeface="Arial"/>
              </a:defRPr>
            </a:lvl1pPr>
            <a:lvl2pPr marL="0" lvl="1" indent="0" algn="l">
              <a:lnSpc>
                <a:spcPct val="90000"/>
              </a:lnSpc>
              <a:spcBef>
                <a:spcPts val="0"/>
              </a:spcBef>
              <a:buNone/>
              <a:defRPr sz="667">
                <a:solidFill>
                  <a:schemeClr val="dk1"/>
                </a:solidFill>
                <a:latin typeface="Arial"/>
                <a:ea typeface="Arial"/>
                <a:cs typeface="Arial"/>
                <a:sym typeface="Arial"/>
              </a:defRPr>
            </a:lvl2pPr>
            <a:lvl3pPr marL="0" lvl="2" indent="0" algn="l">
              <a:lnSpc>
                <a:spcPct val="90000"/>
              </a:lnSpc>
              <a:spcBef>
                <a:spcPts val="0"/>
              </a:spcBef>
              <a:buNone/>
              <a:defRPr sz="667">
                <a:solidFill>
                  <a:schemeClr val="dk1"/>
                </a:solidFill>
                <a:latin typeface="Arial"/>
                <a:ea typeface="Arial"/>
                <a:cs typeface="Arial"/>
                <a:sym typeface="Arial"/>
              </a:defRPr>
            </a:lvl3pPr>
            <a:lvl4pPr marL="0" lvl="3" indent="0" algn="l">
              <a:lnSpc>
                <a:spcPct val="90000"/>
              </a:lnSpc>
              <a:spcBef>
                <a:spcPts val="0"/>
              </a:spcBef>
              <a:buNone/>
              <a:defRPr sz="667">
                <a:solidFill>
                  <a:schemeClr val="dk1"/>
                </a:solidFill>
                <a:latin typeface="Arial"/>
                <a:ea typeface="Arial"/>
                <a:cs typeface="Arial"/>
                <a:sym typeface="Arial"/>
              </a:defRPr>
            </a:lvl4pPr>
            <a:lvl5pPr marL="0" lvl="4" indent="0" algn="l">
              <a:lnSpc>
                <a:spcPct val="90000"/>
              </a:lnSpc>
              <a:spcBef>
                <a:spcPts val="0"/>
              </a:spcBef>
              <a:buNone/>
              <a:defRPr sz="667">
                <a:solidFill>
                  <a:schemeClr val="dk1"/>
                </a:solidFill>
                <a:latin typeface="Arial"/>
                <a:ea typeface="Arial"/>
                <a:cs typeface="Arial"/>
                <a:sym typeface="Arial"/>
              </a:defRPr>
            </a:lvl5pPr>
            <a:lvl6pPr marL="0" lvl="5" indent="0" algn="l">
              <a:lnSpc>
                <a:spcPct val="90000"/>
              </a:lnSpc>
              <a:spcBef>
                <a:spcPts val="0"/>
              </a:spcBef>
              <a:buNone/>
              <a:defRPr sz="667">
                <a:solidFill>
                  <a:schemeClr val="dk1"/>
                </a:solidFill>
                <a:latin typeface="Arial"/>
                <a:ea typeface="Arial"/>
                <a:cs typeface="Arial"/>
                <a:sym typeface="Arial"/>
              </a:defRPr>
            </a:lvl6pPr>
            <a:lvl7pPr marL="0" lvl="6" indent="0" algn="l">
              <a:lnSpc>
                <a:spcPct val="90000"/>
              </a:lnSpc>
              <a:spcBef>
                <a:spcPts val="0"/>
              </a:spcBef>
              <a:buNone/>
              <a:defRPr sz="667">
                <a:solidFill>
                  <a:schemeClr val="dk1"/>
                </a:solidFill>
                <a:latin typeface="Arial"/>
                <a:ea typeface="Arial"/>
                <a:cs typeface="Arial"/>
                <a:sym typeface="Arial"/>
              </a:defRPr>
            </a:lvl7pPr>
            <a:lvl8pPr marL="0" lvl="7" indent="0" algn="l">
              <a:lnSpc>
                <a:spcPct val="90000"/>
              </a:lnSpc>
              <a:spcBef>
                <a:spcPts val="0"/>
              </a:spcBef>
              <a:buNone/>
              <a:defRPr sz="667">
                <a:solidFill>
                  <a:schemeClr val="dk1"/>
                </a:solidFill>
                <a:latin typeface="Arial"/>
                <a:ea typeface="Arial"/>
                <a:cs typeface="Arial"/>
                <a:sym typeface="Arial"/>
              </a:defRPr>
            </a:lvl8pPr>
            <a:lvl9pPr marL="0" lvl="8" indent="0" algn="l">
              <a:lnSpc>
                <a:spcPct val="90000"/>
              </a:lnSpc>
              <a:spcBef>
                <a:spcPts val="0"/>
              </a:spcBef>
              <a:buNone/>
              <a:defRPr sz="667">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86"/>
        <p:cNvGrpSpPr/>
        <p:nvPr/>
      </p:nvGrpSpPr>
      <p:grpSpPr>
        <a:xfrm>
          <a:off x="0" y="0"/>
          <a:ext cx="0" cy="0"/>
          <a:chOff x="0" y="0"/>
          <a:chExt cx="0" cy="0"/>
        </a:xfrm>
      </p:grpSpPr>
      <p:sp>
        <p:nvSpPr>
          <p:cNvPr id="87" name="Google Shape;87;p46"/>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88" name="Google Shape;88;p46"/>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46"/>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90"/>
        <p:cNvGrpSpPr/>
        <p:nvPr/>
      </p:nvGrpSpPr>
      <p:grpSpPr>
        <a:xfrm>
          <a:off x="0" y="0"/>
          <a:ext cx="0" cy="0"/>
          <a:chOff x="0" y="0"/>
          <a:chExt cx="0" cy="0"/>
        </a:xfrm>
      </p:grpSpPr>
      <p:sp>
        <p:nvSpPr>
          <p:cNvPr id="91" name="Google Shape;91;p47"/>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92" name="Google Shape;92;p47"/>
          <p:cNvSpPr txBox="1">
            <a:spLocks noGrp="1"/>
          </p:cNvSpPr>
          <p:nvPr>
            <p:ph type="body" idx="1"/>
          </p:nvPr>
        </p:nvSpPr>
        <p:spPr>
          <a:xfrm>
            <a:off x="6400800" y="1981200"/>
            <a:ext cx="5181600" cy="426720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7"/>
          <p:cNvSpPr txBox="1">
            <a:spLocks noGrp="1"/>
          </p:cNvSpPr>
          <p:nvPr>
            <p:ph type="body" idx="2"/>
          </p:nvPr>
        </p:nvSpPr>
        <p:spPr>
          <a:xfrm>
            <a:off x="609600" y="1981200"/>
            <a:ext cx="5181600" cy="426720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47"/>
          <p:cNvSpPr txBox="1">
            <a:spLocks noGrp="1"/>
          </p:cNvSpPr>
          <p:nvPr>
            <p:ph type="body" idx="3"/>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47"/>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DING_Title, Subtitle, Bullets">
  <p:cSld name="CODING_Title, Subtitle, Bullets">
    <p:spTree>
      <p:nvGrpSpPr>
        <p:cNvPr id="1" name="Shape 96"/>
        <p:cNvGrpSpPr/>
        <p:nvPr/>
      </p:nvGrpSpPr>
      <p:grpSpPr>
        <a:xfrm>
          <a:off x="0" y="0"/>
          <a:ext cx="0" cy="0"/>
          <a:chOff x="0" y="0"/>
          <a:chExt cx="0" cy="0"/>
        </a:xfrm>
      </p:grpSpPr>
      <p:sp>
        <p:nvSpPr>
          <p:cNvPr id="97" name="Google Shape;97;p48"/>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98" name="Google Shape;98;p48"/>
          <p:cNvSpPr txBox="1">
            <a:spLocks noGrp="1"/>
          </p:cNvSpPr>
          <p:nvPr>
            <p:ph type="body" idx="1"/>
          </p:nvPr>
        </p:nvSpPr>
        <p:spPr>
          <a:xfrm>
            <a:off x="609600" y="1981200"/>
            <a:ext cx="10972800" cy="42672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1333"/>
              <a:buNone/>
              <a:defRPr sz="1333">
                <a:latin typeface="Roboto Mono"/>
                <a:ea typeface="Roboto Mono"/>
                <a:cs typeface="Roboto Mono"/>
                <a:sym typeface="Roboto Mono"/>
              </a:defRPr>
            </a:lvl1pPr>
            <a:lvl2pPr marL="914400" lvl="1" indent="-313246" algn="l">
              <a:lnSpc>
                <a:spcPct val="90000"/>
              </a:lnSpc>
              <a:spcBef>
                <a:spcPts val="533"/>
              </a:spcBef>
              <a:spcAft>
                <a:spcPts val="0"/>
              </a:spcAft>
              <a:buSzPts val="1333"/>
              <a:buChar char="•"/>
              <a:defRPr>
                <a:latin typeface="Roboto Mono"/>
                <a:ea typeface="Roboto Mono"/>
                <a:cs typeface="Roboto Mono"/>
                <a:sym typeface="Roboto Mono"/>
              </a:defRPr>
            </a:lvl2pPr>
            <a:lvl3pPr marL="1371600" lvl="2" indent="-304800" algn="l">
              <a:lnSpc>
                <a:spcPct val="90000"/>
              </a:lnSpc>
              <a:spcBef>
                <a:spcPts val="533"/>
              </a:spcBef>
              <a:spcAft>
                <a:spcPts val="0"/>
              </a:spcAft>
              <a:buSzPts val="1200"/>
              <a:buChar char="•"/>
              <a:defRPr>
                <a:latin typeface="Roboto Mono"/>
                <a:ea typeface="Roboto Mono"/>
                <a:cs typeface="Roboto Mono"/>
                <a:sym typeface="Roboto Mono"/>
              </a:defRPr>
            </a:lvl3pPr>
            <a:lvl4pPr marL="1828800" lvl="3" indent="-296355" algn="l">
              <a:lnSpc>
                <a:spcPct val="90000"/>
              </a:lnSpc>
              <a:spcBef>
                <a:spcPts val="267"/>
              </a:spcBef>
              <a:spcAft>
                <a:spcPts val="0"/>
              </a:spcAft>
              <a:buSzPts val="1067"/>
              <a:buChar char="•"/>
              <a:defRPr>
                <a:latin typeface="Roboto Mono"/>
                <a:ea typeface="Roboto Mono"/>
                <a:cs typeface="Roboto Mono"/>
                <a:sym typeface="Roboto Mono"/>
              </a:defRPr>
            </a:lvl4pPr>
            <a:lvl5pPr marL="2286000" lvl="4" indent="-287845" algn="l">
              <a:lnSpc>
                <a:spcPct val="90000"/>
              </a:lnSpc>
              <a:spcBef>
                <a:spcPts val="267"/>
              </a:spcBef>
              <a:spcAft>
                <a:spcPts val="0"/>
              </a:spcAft>
              <a:buSzPts val="933"/>
              <a:buChar char="•"/>
              <a:defRPr>
                <a:latin typeface="Roboto Mono"/>
                <a:ea typeface="Roboto Mono"/>
                <a:cs typeface="Roboto Mono"/>
                <a:sym typeface="Roboto Mon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48"/>
          <p:cNvSpPr txBox="1">
            <a:spLocks noGrp="1"/>
          </p:cNvSpPr>
          <p:nvPr>
            <p:ph type="body" idx="2"/>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Roboto Mono"/>
              <a:buNone/>
              <a:defRPr sz="1600">
                <a:solidFill>
                  <a:schemeClr val="accent6"/>
                </a:solidFill>
                <a:latin typeface="Roboto Mono"/>
                <a:ea typeface="Roboto Mono"/>
                <a:cs typeface="Roboto Mono"/>
                <a:sym typeface="Roboto Mono"/>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48"/>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Roboto Mono Medium"/>
              <a:buNone/>
              <a:defRPr>
                <a:latin typeface="Roboto Mono Medium"/>
                <a:ea typeface="Roboto Mono Medium"/>
                <a:cs typeface="Roboto Mono Medium"/>
                <a:sym typeface="Roboto Mono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Right">
  <p:cSld name="Title, Content Right">
    <p:spTree>
      <p:nvGrpSpPr>
        <p:cNvPr id="1" name="Shape 101"/>
        <p:cNvGrpSpPr/>
        <p:nvPr/>
      </p:nvGrpSpPr>
      <p:grpSpPr>
        <a:xfrm>
          <a:off x="0" y="0"/>
          <a:ext cx="0" cy="0"/>
          <a:chOff x="0" y="0"/>
          <a:chExt cx="0" cy="0"/>
        </a:xfrm>
      </p:grpSpPr>
      <p:sp>
        <p:nvSpPr>
          <p:cNvPr id="102" name="Google Shape;102;p49"/>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03" name="Google Shape;103;p49"/>
          <p:cNvSpPr txBox="1">
            <a:spLocks noGrp="1"/>
          </p:cNvSpPr>
          <p:nvPr>
            <p:ph type="body" idx="1"/>
          </p:nvPr>
        </p:nvSpPr>
        <p:spPr>
          <a:xfrm>
            <a:off x="6096000" y="990600"/>
            <a:ext cx="5486400" cy="4876800"/>
          </a:xfrm>
          <a:prstGeom prst="rect">
            <a:avLst/>
          </a:prstGeom>
          <a:noFill/>
          <a:ln>
            <a:noFill/>
          </a:ln>
        </p:spPr>
        <p:txBody>
          <a:bodyPr spcFirstLastPara="1" wrap="square" lIns="0" tIns="45700" rIns="0" bIns="45700" anchor="ctr"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49"/>
          <p:cNvSpPr txBox="1">
            <a:spLocks noGrp="1"/>
          </p:cNvSpPr>
          <p:nvPr>
            <p:ph type="title"/>
          </p:nvPr>
        </p:nvSpPr>
        <p:spPr>
          <a:xfrm>
            <a:off x="609600" y="3017520"/>
            <a:ext cx="4572000" cy="822960"/>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ubtitle, Content Right">
  <p:cSld name="Title, Subtitle, Content Right">
    <p:spTree>
      <p:nvGrpSpPr>
        <p:cNvPr id="1" name="Shape 105"/>
        <p:cNvGrpSpPr/>
        <p:nvPr/>
      </p:nvGrpSpPr>
      <p:grpSpPr>
        <a:xfrm>
          <a:off x="0" y="0"/>
          <a:ext cx="0" cy="0"/>
          <a:chOff x="0" y="0"/>
          <a:chExt cx="0" cy="0"/>
        </a:xfrm>
      </p:grpSpPr>
      <p:sp>
        <p:nvSpPr>
          <p:cNvPr id="106" name="Google Shape;106;p50"/>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07" name="Google Shape;107;p50"/>
          <p:cNvSpPr txBox="1">
            <a:spLocks noGrp="1"/>
          </p:cNvSpPr>
          <p:nvPr>
            <p:ph type="body" idx="1"/>
          </p:nvPr>
        </p:nvSpPr>
        <p:spPr>
          <a:xfrm>
            <a:off x="6096000" y="990600"/>
            <a:ext cx="5486400" cy="4876800"/>
          </a:xfrm>
          <a:prstGeom prst="rect">
            <a:avLst/>
          </a:prstGeom>
          <a:noFill/>
          <a:ln>
            <a:noFill/>
          </a:ln>
        </p:spPr>
        <p:txBody>
          <a:bodyPr spcFirstLastPara="1" wrap="square" lIns="0" tIns="45700" rIns="0" bIns="45700" anchor="ctr"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50"/>
          <p:cNvSpPr txBox="1">
            <a:spLocks noGrp="1"/>
          </p:cNvSpPr>
          <p:nvPr>
            <p:ph type="body" idx="2"/>
          </p:nvPr>
        </p:nvSpPr>
        <p:spPr>
          <a:xfrm>
            <a:off x="609600" y="3550920"/>
            <a:ext cx="4572000" cy="502920"/>
          </a:xfrm>
          <a:prstGeom prst="rect">
            <a:avLst/>
          </a:prstGeom>
          <a:noFill/>
          <a:ln>
            <a:noFill/>
          </a:ln>
        </p:spPr>
        <p:txBody>
          <a:bodyPr spcFirstLastPara="1" wrap="square" lIns="0" tIns="91425" rIns="0" bIns="45700" anchor="t" anchorCtr="0">
            <a:noAutofit/>
          </a:bodyPr>
          <a:lstStyle>
            <a:lvl1pPr marL="457200" marR="0" lvl="0" indent="-228600" algn="l">
              <a:lnSpc>
                <a:spcPct val="90000"/>
              </a:lnSpc>
              <a:spcBef>
                <a:spcPts val="0"/>
              </a:spcBef>
              <a:spcAft>
                <a:spcPts val="0"/>
              </a:spcAft>
              <a:buClr>
                <a:schemeClr val="accent1"/>
              </a:buClr>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50"/>
          <p:cNvSpPr txBox="1">
            <a:spLocks noGrp="1"/>
          </p:cNvSpPr>
          <p:nvPr>
            <p:ph type="title"/>
          </p:nvPr>
        </p:nvSpPr>
        <p:spPr>
          <a:xfrm>
            <a:off x="609600" y="2727960"/>
            <a:ext cx="45720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Use Case">
  <p:cSld name="Use Case">
    <p:spTree>
      <p:nvGrpSpPr>
        <p:cNvPr id="1" name="Shape 110"/>
        <p:cNvGrpSpPr/>
        <p:nvPr/>
      </p:nvGrpSpPr>
      <p:grpSpPr>
        <a:xfrm>
          <a:off x="0" y="0"/>
          <a:ext cx="0" cy="0"/>
          <a:chOff x="0" y="0"/>
          <a:chExt cx="0" cy="0"/>
        </a:xfrm>
      </p:grpSpPr>
      <p:sp>
        <p:nvSpPr>
          <p:cNvPr id="111" name="Google Shape;111;p51"/>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12" name="Google Shape;112;p51"/>
          <p:cNvSpPr>
            <a:spLocks noGrp="1"/>
          </p:cNvSpPr>
          <p:nvPr>
            <p:ph type="pic" idx="2"/>
          </p:nvPr>
        </p:nvSpPr>
        <p:spPr>
          <a:xfrm>
            <a:off x="5715000" y="609600"/>
            <a:ext cx="5867400" cy="5638800"/>
          </a:xfrm>
          <a:prstGeom prst="rect">
            <a:avLst/>
          </a:prstGeom>
          <a:solidFill>
            <a:schemeClr val="lt2"/>
          </a:solidFill>
          <a:ln w="9525" cap="flat" cmpd="sng">
            <a:solidFill>
              <a:schemeClr val="accent6"/>
            </a:solidFill>
            <a:prstDash val="solid"/>
            <a:round/>
            <a:headEnd type="none" w="sm" len="sm"/>
            <a:tailEnd type="none" w="sm" len="sm"/>
          </a:ln>
        </p:spPr>
      </p:sp>
      <p:sp>
        <p:nvSpPr>
          <p:cNvPr id="113" name="Google Shape;113;p51"/>
          <p:cNvSpPr txBox="1">
            <a:spLocks noGrp="1"/>
          </p:cNvSpPr>
          <p:nvPr>
            <p:ph type="body" idx="1"/>
          </p:nvPr>
        </p:nvSpPr>
        <p:spPr>
          <a:xfrm>
            <a:off x="609600" y="3703320"/>
            <a:ext cx="4572000" cy="254508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51"/>
          <p:cNvSpPr txBox="1">
            <a:spLocks noGrp="1"/>
          </p:cNvSpPr>
          <p:nvPr>
            <p:ph type="title"/>
          </p:nvPr>
        </p:nvSpPr>
        <p:spPr>
          <a:xfrm>
            <a:off x="609600" y="1895082"/>
            <a:ext cx="4572000" cy="1655838"/>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51"/>
          <p:cNvSpPr>
            <a:spLocks noGrp="1"/>
          </p:cNvSpPr>
          <p:nvPr>
            <p:ph type="pic" idx="3"/>
          </p:nvPr>
        </p:nvSpPr>
        <p:spPr>
          <a:xfrm>
            <a:off x="2394227" y="977974"/>
            <a:ext cx="1280160" cy="243840"/>
          </a:xfrm>
          <a:prstGeom prst="rect">
            <a:avLst/>
          </a:prstGeom>
          <a:noFill/>
          <a:ln>
            <a:noFill/>
          </a:ln>
        </p:spPr>
      </p:sp>
      <p:cxnSp>
        <p:nvCxnSpPr>
          <p:cNvPr id="116" name="Google Shape;116;p51"/>
          <p:cNvCxnSpPr/>
          <p:nvPr/>
        </p:nvCxnSpPr>
        <p:spPr>
          <a:xfrm>
            <a:off x="2141632" y="817703"/>
            <a:ext cx="0" cy="564382"/>
          </a:xfrm>
          <a:prstGeom prst="straightConnector1">
            <a:avLst/>
          </a:prstGeom>
          <a:noFill/>
          <a:ln w="38100" cap="flat" cmpd="sng">
            <a:solidFill>
              <a:schemeClr val="dk2"/>
            </a:solidFill>
            <a:prstDash val="solid"/>
            <a:miter lim="8000"/>
            <a:headEnd type="none" w="lg" len="lg"/>
            <a:tailEnd type="none" w="lg" len="lg"/>
          </a:ln>
        </p:spPr>
      </p:cxnSp>
      <p:sp>
        <p:nvSpPr>
          <p:cNvPr id="117" name="Google Shape;117;p51"/>
          <p:cNvSpPr/>
          <p:nvPr/>
        </p:nvSpPr>
        <p:spPr>
          <a:xfrm>
            <a:off x="1038643" y="1023833"/>
            <a:ext cx="855062" cy="160271"/>
          </a:xfrm>
          <a:custGeom>
            <a:avLst/>
            <a:gdLst/>
            <a:ahLst/>
            <a:cxnLst/>
            <a:rect l="l" t="t" r="r" b="b"/>
            <a:pathLst>
              <a:path w="3646099" h="683416" extrusionOk="0">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sp>
        <p:nvSpPr>
          <p:cNvPr id="118" name="Google Shape;118;p51"/>
          <p:cNvSpPr/>
          <p:nvPr/>
        </p:nvSpPr>
        <p:spPr>
          <a:xfrm>
            <a:off x="609639" y="977974"/>
            <a:ext cx="368492" cy="243840"/>
          </a:xfrm>
          <a:custGeom>
            <a:avLst/>
            <a:gdLst/>
            <a:ahLst/>
            <a:cxnLst/>
            <a:rect l="l" t="t" r="r" b="b"/>
            <a:pathLst>
              <a:path w="1571299" h="1039766" extrusionOk="0">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119"/>
        <p:cNvGrpSpPr/>
        <p:nvPr/>
      </p:nvGrpSpPr>
      <p:grpSpPr>
        <a:xfrm>
          <a:off x="0" y="0"/>
          <a:ext cx="0" cy="0"/>
          <a:chOff x="0" y="0"/>
          <a:chExt cx="0" cy="0"/>
        </a:xfrm>
      </p:grpSpPr>
      <p:sp>
        <p:nvSpPr>
          <p:cNvPr id="120" name="Google Shape;120;p52"/>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52"/>
          <p:cNvSpPr>
            <a:spLocks noGrp="1"/>
          </p:cNvSpPr>
          <p:nvPr>
            <p:ph type="chart" idx="2"/>
          </p:nvPr>
        </p:nvSpPr>
        <p:spPr>
          <a:xfrm>
            <a:off x="1706880" y="2270760"/>
            <a:ext cx="8778240" cy="3230880"/>
          </a:xfrm>
          <a:prstGeom prst="rect">
            <a:avLst/>
          </a:prstGeom>
          <a:noFill/>
          <a:ln>
            <a:noFill/>
          </a:ln>
        </p:spPr>
        <p:txBody>
          <a:bodyPr spcFirstLastPara="1" wrap="square" lIns="0" tIns="0" rIns="0" bIns="2103100" anchor="ctr" anchorCtr="0">
            <a:noAutofit/>
          </a:bodyPr>
          <a:lstStyle>
            <a:lvl1pPr marR="0" lvl="0" algn="ctr" rtl="0">
              <a:lnSpc>
                <a:spcPct val="90000"/>
              </a:lnSpc>
              <a:spcBef>
                <a:spcPts val="533"/>
              </a:spcBef>
              <a:spcAft>
                <a:spcPts val="0"/>
              </a:spcAft>
              <a:buClr>
                <a:schemeClr val="accent1"/>
              </a:buClr>
              <a:buSzPts val="933"/>
              <a:buFont typeface="Arial"/>
              <a:buChar char="​"/>
              <a:defRPr sz="933" b="0" i="0" u="none" strike="noStrike" cap="none">
                <a:solidFill>
                  <a:schemeClr val="accent6"/>
                </a:solidFill>
                <a:latin typeface="Arial"/>
                <a:ea typeface="Arial"/>
                <a:cs typeface="Arial"/>
                <a:sym typeface="Arial"/>
              </a:defRPr>
            </a:lvl1pPr>
            <a:lvl2pPr marR="0" lvl="1" algn="l" rtl="0">
              <a:lnSpc>
                <a:spcPct val="90000"/>
              </a:lnSpc>
              <a:spcBef>
                <a:spcPts val="533"/>
              </a:spcBef>
              <a:spcAft>
                <a:spcPts val="0"/>
              </a:spcAft>
              <a:buClr>
                <a:schemeClr val="accent1"/>
              </a:buClr>
              <a:buSzPts val="1333"/>
              <a:buFont typeface="Arial"/>
              <a:buChar char="•"/>
              <a:defRPr sz="1333" b="0" i="0" u="none" strike="noStrike" cap="none">
                <a:solidFill>
                  <a:schemeClr val="dk1"/>
                </a:solidFill>
                <a:latin typeface="Arial"/>
                <a:ea typeface="Arial"/>
                <a:cs typeface="Arial"/>
                <a:sym typeface="Arial"/>
              </a:defRPr>
            </a:lvl2pPr>
            <a:lvl3pPr marR="0" lvl="2" algn="l" rtl="0">
              <a:lnSpc>
                <a:spcPct val="90000"/>
              </a:lnSpc>
              <a:spcBef>
                <a:spcPts val="533"/>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0000"/>
              </a:lnSpc>
              <a:spcBef>
                <a:spcPts val="267"/>
              </a:spcBef>
              <a:spcAft>
                <a:spcPts val="0"/>
              </a:spcAft>
              <a:buClr>
                <a:schemeClr val="accent1"/>
              </a:buClr>
              <a:buSzPts val="1067"/>
              <a:buFont typeface="Arial"/>
              <a:buChar char="•"/>
              <a:defRPr sz="1067" b="0" i="0" u="none" strike="noStrike" cap="none">
                <a:solidFill>
                  <a:schemeClr val="dk1"/>
                </a:solidFill>
                <a:latin typeface="Arial"/>
                <a:ea typeface="Arial"/>
                <a:cs typeface="Arial"/>
                <a:sym typeface="Arial"/>
              </a:defRPr>
            </a:lvl4pPr>
            <a:lvl5pPr marR="0" lvl="4" algn="l" rtl="0">
              <a:lnSpc>
                <a:spcPct val="90000"/>
              </a:lnSpc>
              <a:spcBef>
                <a:spcPts val="267"/>
              </a:spcBef>
              <a:spcAft>
                <a:spcPts val="0"/>
              </a:spcAft>
              <a:buClr>
                <a:schemeClr val="accent1"/>
              </a:buClr>
              <a:buSzPts val="933"/>
              <a:buFont typeface="Arial"/>
              <a:buChar char="•"/>
              <a:defRPr sz="933"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2" name="Google Shape;122;p52"/>
          <p:cNvSpPr txBox="1">
            <a:spLocks noGrp="1"/>
          </p:cNvSpPr>
          <p:nvPr>
            <p:ph type="body" idx="1"/>
          </p:nvPr>
        </p:nvSpPr>
        <p:spPr>
          <a:xfrm>
            <a:off x="3352800" y="1850727"/>
            <a:ext cx="5486400" cy="359073"/>
          </a:xfrm>
          <a:prstGeom prst="rect">
            <a:avLst/>
          </a:prstGeom>
          <a:noFill/>
          <a:ln>
            <a:noFill/>
          </a:ln>
        </p:spPr>
        <p:txBody>
          <a:bodyPr spcFirstLastPara="1" wrap="square" lIns="0" tIns="45700" rIns="0" bIns="45700" anchor="b" anchorCtr="0">
            <a:noAutofit/>
          </a:bodyPr>
          <a:lstStyle>
            <a:lvl1pPr marL="457200" lvl="0" indent="-321755" algn="ctr">
              <a:lnSpc>
                <a:spcPct val="100000"/>
              </a:lnSpc>
              <a:spcBef>
                <a:spcPts val="0"/>
              </a:spcBef>
              <a:spcAft>
                <a:spcPts val="0"/>
              </a:spcAft>
              <a:buSzPts val="1467"/>
              <a:buChar char="​"/>
              <a:defRPr sz="1467" b="0">
                <a:solidFill>
                  <a:schemeClr val="dk1"/>
                </a:solidFill>
                <a:latin typeface="Arial"/>
                <a:ea typeface="Arial"/>
                <a:cs typeface="Arial"/>
                <a:sym typeface="Arial"/>
              </a:defRPr>
            </a:lvl1pPr>
            <a:lvl2pPr marL="914400" lvl="1" indent="-228600" algn="ctr">
              <a:lnSpc>
                <a:spcPct val="100000"/>
              </a:lnSpc>
              <a:spcBef>
                <a:spcPts val="0"/>
              </a:spcBef>
              <a:spcAft>
                <a:spcPts val="0"/>
              </a:spcAft>
              <a:buSzPts val="1200"/>
              <a:buNone/>
              <a:defRPr sz="1200">
                <a:solidFill>
                  <a:schemeClr val="accent6"/>
                </a:solidFill>
              </a:defRPr>
            </a:lvl2pPr>
            <a:lvl3pPr marL="1371600" lvl="2" indent="-228600" algn="ctr">
              <a:lnSpc>
                <a:spcPct val="90000"/>
              </a:lnSpc>
              <a:spcBef>
                <a:spcPts val="267"/>
              </a:spcBef>
              <a:spcAft>
                <a:spcPts val="0"/>
              </a:spcAft>
              <a:buSzPts val="1200"/>
              <a:buNone/>
              <a:defRPr/>
            </a:lvl3pPr>
            <a:lvl4pPr marL="1828800" lvl="3" indent="-296355" algn="ctr">
              <a:lnSpc>
                <a:spcPct val="90000"/>
              </a:lnSpc>
              <a:spcBef>
                <a:spcPts val="267"/>
              </a:spcBef>
              <a:spcAft>
                <a:spcPts val="0"/>
              </a:spcAft>
              <a:buSzPts val="1067"/>
              <a:buChar char="•"/>
              <a:defRPr/>
            </a:lvl4pPr>
            <a:lvl5pPr marL="2286000" lvl="4" indent="-287845" algn="ctr">
              <a:lnSpc>
                <a:spcPct val="90000"/>
              </a:lnSpc>
              <a:spcBef>
                <a:spcPts val="267"/>
              </a:spcBef>
              <a:spcAft>
                <a:spcPts val="0"/>
              </a:spcAft>
              <a:buSzPts val="933"/>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3" name="Google Shape;123;p52"/>
          <p:cNvSpPr txBox="1">
            <a:spLocks noGrp="1"/>
          </p:cNvSpPr>
          <p:nvPr>
            <p:ph type="body" idx="3"/>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52"/>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52"/>
          <p:cNvSpPr txBox="1">
            <a:spLocks noGrp="1"/>
          </p:cNvSpPr>
          <p:nvPr>
            <p:ph type="sldNum" idx="12"/>
          </p:nvPr>
        </p:nvSpPr>
        <p:spPr>
          <a:xfrm>
            <a:off x="304800" y="6477000"/>
            <a:ext cx="213360"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ingle Image 16:9">
  <p:cSld name="Single Image 16:9">
    <p:spTree>
      <p:nvGrpSpPr>
        <p:cNvPr id="1" name="Shape 126"/>
        <p:cNvGrpSpPr/>
        <p:nvPr/>
      </p:nvGrpSpPr>
      <p:grpSpPr>
        <a:xfrm>
          <a:off x="0" y="0"/>
          <a:ext cx="0" cy="0"/>
          <a:chOff x="0" y="0"/>
          <a:chExt cx="0" cy="0"/>
        </a:xfrm>
      </p:grpSpPr>
      <p:sp>
        <p:nvSpPr>
          <p:cNvPr id="127" name="Google Shape;127;p53"/>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53"/>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29" name="Google Shape;129;p53"/>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53"/>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53"/>
          <p:cNvSpPr txBox="1">
            <a:spLocks noGrp="1"/>
          </p:cNvSpPr>
          <p:nvPr>
            <p:ph type="body" idx="2"/>
          </p:nvPr>
        </p:nvSpPr>
        <p:spPr>
          <a:xfrm>
            <a:off x="2777067" y="5955645"/>
            <a:ext cx="663786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53"/>
          <p:cNvSpPr txBox="1">
            <a:spLocks noGrp="1"/>
          </p:cNvSpPr>
          <p:nvPr>
            <p:ph type="body" idx="3"/>
          </p:nvPr>
        </p:nvSpPr>
        <p:spPr>
          <a:xfrm>
            <a:off x="2777067" y="5747027"/>
            <a:ext cx="663786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53"/>
          <p:cNvSpPr>
            <a:spLocks noGrp="1"/>
          </p:cNvSpPr>
          <p:nvPr>
            <p:ph type="pic" idx="4"/>
          </p:nvPr>
        </p:nvSpPr>
        <p:spPr>
          <a:xfrm>
            <a:off x="2777067" y="1935480"/>
            <a:ext cx="6637867" cy="373380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ngle Image 1:1">
  <p:cSld name="Single Image 1:1">
    <p:spTree>
      <p:nvGrpSpPr>
        <p:cNvPr id="1" name="Shape 134"/>
        <p:cNvGrpSpPr/>
        <p:nvPr/>
      </p:nvGrpSpPr>
      <p:grpSpPr>
        <a:xfrm>
          <a:off x="0" y="0"/>
          <a:ext cx="0" cy="0"/>
          <a:chOff x="0" y="0"/>
          <a:chExt cx="0" cy="0"/>
        </a:xfrm>
      </p:grpSpPr>
      <p:sp>
        <p:nvSpPr>
          <p:cNvPr id="135" name="Google Shape;135;p54"/>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54"/>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37" name="Google Shape;137;p54"/>
          <p:cNvSpPr txBox="1">
            <a:spLocks noGrp="1"/>
          </p:cNvSpPr>
          <p:nvPr>
            <p:ph type="body" idx="1"/>
          </p:nvPr>
        </p:nvSpPr>
        <p:spPr>
          <a:xfrm>
            <a:off x="609600" y="3550920"/>
            <a:ext cx="4572000" cy="50292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54"/>
          <p:cNvSpPr txBox="1">
            <a:spLocks noGrp="1"/>
          </p:cNvSpPr>
          <p:nvPr>
            <p:ph type="title"/>
          </p:nvPr>
        </p:nvSpPr>
        <p:spPr>
          <a:xfrm>
            <a:off x="609600" y="2727960"/>
            <a:ext cx="45720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54"/>
          <p:cNvSpPr txBox="1">
            <a:spLocks noGrp="1"/>
          </p:cNvSpPr>
          <p:nvPr>
            <p:ph type="body" idx="2"/>
          </p:nvPr>
        </p:nvSpPr>
        <p:spPr>
          <a:xfrm>
            <a:off x="6517554" y="5955645"/>
            <a:ext cx="5064846"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p54"/>
          <p:cNvSpPr txBox="1">
            <a:spLocks noGrp="1"/>
          </p:cNvSpPr>
          <p:nvPr>
            <p:ph type="body" idx="3"/>
          </p:nvPr>
        </p:nvSpPr>
        <p:spPr>
          <a:xfrm>
            <a:off x="6517554" y="5747027"/>
            <a:ext cx="5064846"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1" name="Google Shape;141;p54"/>
          <p:cNvSpPr>
            <a:spLocks noGrp="1"/>
          </p:cNvSpPr>
          <p:nvPr>
            <p:ph type="pic" idx="4"/>
          </p:nvPr>
        </p:nvSpPr>
        <p:spPr>
          <a:xfrm>
            <a:off x="6517553" y="609600"/>
            <a:ext cx="5064846" cy="505968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ingle Image w/ text 1:1">
  <p:cSld name="Single Image w/ text 1:1">
    <p:spTree>
      <p:nvGrpSpPr>
        <p:cNvPr id="1" name="Shape 142"/>
        <p:cNvGrpSpPr/>
        <p:nvPr/>
      </p:nvGrpSpPr>
      <p:grpSpPr>
        <a:xfrm>
          <a:off x="0" y="0"/>
          <a:ext cx="0" cy="0"/>
          <a:chOff x="0" y="0"/>
          <a:chExt cx="0" cy="0"/>
        </a:xfrm>
      </p:grpSpPr>
      <p:sp>
        <p:nvSpPr>
          <p:cNvPr id="143" name="Google Shape;143;p55"/>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55"/>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45" name="Google Shape;145;p55"/>
          <p:cNvSpPr txBox="1">
            <a:spLocks noGrp="1"/>
          </p:cNvSpPr>
          <p:nvPr>
            <p:ph type="body" idx="1"/>
          </p:nvPr>
        </p:nvSpPr>
        <p:spPr>
          <a:xfrm>
            <a:off x="609600" y="3322320"/>
            <a:ext cx="4572000" cy="292608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55"/>
          <p:cNvSpPr txBox="1">
            <a:spLocks noGrp="1"/>
          </p:cNvSpPr>
          <p:nvPr>
            <p:ph type="body" idx="2"/>
          </p:nvPr>
        </p:nvSpPr>
        <p:spPr>
          <a:xfrm>
            <a:off x="609600" y="2651760"/>
            <a:ext cx="4572000" cy="50292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55"/>
          <p:cNvSpPr txBox="1">
            <a:spLocks noGrp="1"/>
          </p:cNvSpPr>
          <p:nvPr>
            <p:ph type="title"/>
          </p:nvPr>
        </p:nvSpPr>
        <p:spPr>
          <a:xfrm>
            <a:off x="609600" y="1371600"/>
            <a:ext cx="4572000" cy="12801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55"/>
          <p:cNvSpPr txBox="1">
            <a:spLocks noGrp="1"/>
          </p:cNvSpPr>
          <p:nvPr>
            <p:ph type="body" idx="3"/>
          </p:nvPr>
        </p:nvSpPr>
        <p:spPr>
          <a:xfrm>
            <a:off x="6517554" y="5955645"/>
            <a:ext cx="5064846"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55"/>
          <p:cNvSpPr txBox="1">
            <a:spLocks noGrp="1"/>
          </p:cNvSpPr>
          <p:nvPr>
            <p:ph type="body" idx="4"/>
          </p:nvPr>
        </p:nvSpPr>
        <p:spPr>
          <a:xfrm>
            <a:off x="6517554" y="5747027"/>
            <a:ext cx="5064846"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55"/>
          <p:cNvSpPr>
            <a:spLocks noGrp="1"/>
          </p:cNvSpPr>
          <p:nvPr>
            <p:ph type="pic" idx="5"/>
          </p:nvPr>
        </p:nvSpPr>
        <p:spPr>
          <a:xfrm>
            <a:off x="6517553" y="609600"/>
            <a:ext cx="5064846" cy="505968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ingle Image w/ heavy text 4:5">
  <p:cSld name="Single Image w/ heavy text 4:5">
    <p:spTree>
      <p:nvGrpSpPr>
        <p:cNvPr id="1" name="Shape 151"/>
        <p:cNvGrpSpPr/>
        <p:nvPr/>
      </p:nvGrpSpPr>
      <p:grpSpPr>
        <a:xfrm>
          <a:off x="0" y="0"/>
          <a:ext cx="0" cy="0"/>
          <a:chOff x="0" y="0"/>
          <a:chExt cx="0" cy="0"/>
        </a:xfrm>
      </p:grpSpPr>
      <p:sp>
        <p:nvSpPr>
          <p:cNvPr id="152" name="Google Shape;152;p56"/>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56"/>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54" name="Google Shape;154;p56"/>
          <p:cNvSpPr>
            <a:spLocks noGrp="1"/>
          </p:cNvSpPr>
          <p:nvPr>
            <p:ph type="pic" idx="2"/>
          </p:nvPr>
        </p:nvSpPr>
        <p:spPr>
          <a:xfrm>
            <a:off x="7067393" y="609600"/>
            <a:ext cx="4515007" cy="5638800"/>
          </a:xfrm>
          <a:prstGeom prst="rect">
            <a:avLst/>
          </a:prstGeom>
          <a:solidFill>
            <a:schemeClr val="lt2"/>
          </a:solidFill>
          <a:ln w="9525" cap="flat" cmpd="sng">
            <a:solidFill>
              <a:schemeClr val="accent6"/>
            </a:solidFill>
            <a:prstDash val="solid"/>
            <a:round/>
            <a:headEnd type="none" w="sm" len="sm"/>
            <a:tailEnd type="none" w="sm" len="sm"/>
          </a:ln>
        </p:spPr>
      </p:sp>
      <p:sp>
        <p:nvSpPr>
          <p:cNvPr id="155" name="Google Shape;155;p56"/>
          <p:cNvSpPr txBox="1">
            <a:spLocks noGrp="1"/>
          </p:cNvSpPr>
          <p:nvPr>
            <p:ph type="body" idx="1"/>
          </p:nvPr>
        </p:nvSpPr>
        <p:spPr>
          <a:xfrm>
            <a:off x="609600" y="1981200"/>
            <a:ext cx="5486400" cy="426720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56"/>
          <p:cNvSpPr txBox="1">
            <a:spLocks noGrp="1"/>
          </p:cNvSpPr>
          <p:nvPr>
            <p:ph type="body" idx="3"/>
          </p:nvPr>
        </p:nvSpPr>
        <p:spPr>
          <a:xfrm>
            <a:off x="609600" y="1127760"/>
            <a:ext cx="54864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56"/>
          <p:cNvSpPr txBox="1">
            <a:spLocks noGrp="1"/>
          </p:cNvSpPr>
          <p:nvPr>
            <p:ph type="title"/>
          </p:nvPr>
        </p:nvSpPr>
        <p:spPr>
          <a:xfrm>
            <a:off x="609600" y="304800"/>
            <a:ext cx="54864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nterstitial Single Image w/ QR Code">
  <p:cSld name="Interstitial Single Image w/ QR Code">
    <p:spTree>
      <p:nvGrpSpPr>
        <p:cNvPr id="1" name="Shape 158"/>
        <p:cNvGrpSpPr/>
        <p:nvPr/>
      </p:nvGrpSpPr>
      <p:grpSpPr>
        <a:xfrm>
          <a:off x="0" y="0"/>
          <a:ext cx="0" cy="0"/>
          <a:chOff x="0" y="0"/>
          <a:chExt cx="0" cy="0"/>
        </a:xfrm>
      </p:grpSpPr>
      <p:sp>
        <p:nvSpPr>
          <p:cNvPr id="159" name="Google Shape;159;p57"/>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60" name="Google Shape;160;p57"/>
          <p:cNvSpPr>
            <a:spLocks noGrp="1"/>
          </p:cNvSpPr>
          <p:nvPr>
            <p:ph type="pic" idx="2"/>
          </p:nvPr>
        </p:nvSpPr>
        <p:spPr>
          <a:xfrm>
            <a:off x="7067393" y="609600"/>
            <a:ext cx="4515007" cy="5638800"/>
          </a:xfrm>
          <a:prstGeom prst="rect">
            <a:avLst/>
          </a:prstGeom>
          <a:solidFill>
            <a:schemeClr val="lt2"/>
          </a:solidFill>
          <a:ln w="9525" cap="flat" cmpd="sng">
            <a:solidFill>
              <a:schemeClr val="accent6"/>
            </a:solidFill>
            <a:prstDash val="solid"/>
            <a:round/>
            <a:headEnd type="none" w="sm" len="sm"/>
            <a:tailEnd type="none" w="sm" len="sm"/>
          </a:ln>
        </p:spPr>
      </p:sp>
      <p:sp>
        <p:nvSpPr>
          <p:cNvPr id="161" name="Google Shape;161;p57"/>
          <p:cNvSpPr txBox="1">
            <a:spLocks noGrp="1"/>
          </p:cNvSpPr>
          <p:nvPr>
            <p:ph type="body" idx="1"/>
          </p:nvPr>
        </p:nvSpPr>
        <p:spPr>
          <a:xfrm>
            <a:off x="2105550" y="5441118"/>
            <a:ext cx="1524000" cy="233910"/>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533"/>
              </a:spcBef>
              <a:spcAft>
                <a:spcPts val="0"/>
              </a:spcAft>
              <a:buSzPts val="1467"/>
              <a:buNone/>
              <a:defRPr sz="1467" b="1" u="sng">
                <a:solidFill>
                  <a:schemeClr val="dk1"/>
                </a:solidFill>
                <a:latin typeface="Arial"/>
                <a:ea typeface="Arial"/>
                <a:cs typeface="Arial"/>
                <a:sym typeface="Arial"/>
              </a:defRPr>
            </a:lvl1pPr>
            <a:lvl2pPr marL="914400" lvl="1" indent="-321755" algn="l">
              <a:lnSpc>
                <a:spcPct val="90000"/>
              </a:lnSpc>
              <a:spcBef>
                <a:spcPts val="533"/>
              </a:spcBef>
              <a:spcAft>
                <a:spcPts val="0"/>
              </a:spcAft>
              <a:buSzPts val="1467"/>
              <a:buChar char="•"/>
              <a:defRPr sz="1467" b="1" u="sng">
                <a:solidFill>
                  <a:schemeClr val="dk1"/>
                </a:solidFill>
                <a:latin typeface="Arial"/>
                <a:ea typeface="Arial"/>
                <a:cs typeface="Arial"/>
                <a:sym typeface="Arial"/>
              </a:defRPr>
            </a:lvl2pPr>
            <a:lvl3pPr marL="1371600" lvl="2" indent="-321755" algn="l">
              <a:lnSpc>
                <a:spcPct val="90000"/>
              </a:lnSpc>
              <a:spcBef>
                <a:spcPts val="533"/>
              </a:spcBef>
              <a:spcAft>
                <a:spcPts val="0"/>
              </a:spcAft>
              <a:buSzPts val="1467"/>
              <a:buChar char="•"/>
              <a:defRPr sz="1467" b="1" u="sng">
                <a:solidFill>
                  <a:schemeClr val="dk1"/>
                </a:solidFill>
                <a:latin typeface="Arial"/>
                <a:ea typeface="Arial"/>
                <a:cs typeface="Arial"/>
                <a:sym typeface="Arial"/>
              </a:defRPr>
            </a:lvl3pPr>
            <a:lvl4pPr marL="1828800" lvl="3" indent="-321755" algn="l">
              <a:lnSpc>
                <a:spcPct val="90000"/>
              </a:lnSpc>
              <a:spcBef>
                <a:spcPts val="267"/>
              </a:spcBef>
              <a:spcAft>
                <a:spcPts val="0"/>
              </a:spcAft>
              <a:buSzPts val="1467"/>
              <a:buChar char="•"/>
              <a:defRPr sz="1467" b="1" u="sng">
                <a:solidFill>
                  <a:schemeClr val="dk1"/>
                </a:solidFill>
                <a:latin typeface="Arial"/>
                <a:ea typeface="Arial"/>
                <a:cs typeface="Arial"/>
                <a:sym typeface="Arial"/>
              </a:defRPr>
            </a:lvl4pPr>
            <a:lvl5pPr marL="2286000" lvl="4" indent="-321755" algn="l">
              <a:lnSpc>
                <a:spcPct val="90000"/>
              </a:lnSpc>
              <a:spcBef>
                <a:spcPts val="267"/>
              </a:spcBef>
              <a:spcAft>
                <a:spcPts val="0"/>
              </a:spcAft>
              <a:buSzPts val="1467"/>
              <a:buChar char="•"/>
              <a:defRPr sz="1467" b="1" u="sng">
                <a:solidFill>
                  <a:schemeClr val="dk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2" name="Google Shape;162;p57"/>
          <p:cNvSpPr>
            <a:spLocks noGrp="1"/>
          </p:cNvSpPr>
          <p:nvPr>
            <p:ph type="pic" idx="3"/>
          </p:nvPr>
        </p:nvSpPr>
        <p:spPr>
          <a:xfrm>
            <a:off x="475488" y="4797552"/>
            <a:ext cx="1524000" cy="1524000"/>
          </a:xfrm>
          <a:prstGeom prst="rect">
            <a:avLst/>
          </a:prstGeom>
          <a:noFill/>
          <a:ln>
            <a:noFill/>
          </a:ln>
        </p:spPr>
      </p:sp>
      <p:sp>
        <p:nvSpPr>
          <p:cNvPr id="163" name="Google Shape;163;p57"/>
          <p:cNvSpPr txBox="1">
            <a:spLocks noGrp="1"/>
          </p:cNvSpPr>
          <p:nvPr>
            <p:ph type="body" idx="4"/>
          </p:nvPr>
        </p:nvSpPr>
        <p:spPr>
          <a:xfrm>
            <a:off x="609600" y="1981200"/>
            <a:ext cx="5486400" cy="274320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57"/>
          <p:cNvSpPr txBox="1">
            <a:spLocks noGrp="1"/>
          </p:cNvSpPr>
          <p:nvPr>
            <p:ph type="body" idx="5"/>
          </p:nvPr>
        </p:nvSpPr>
        <p:spPr>
          <a:xfrm>
            <a:off x="609600" y="1127760"/>
            <a:ext cx="54864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5" name="Google Shape;165;p57"/>
          <p:cNvSpPr txBox="1">
            <a:spLocks noGrp="1"/>
          </p:cNvSpPr>
          <p:nvPr>
            <p:ph type="title"/>
          </p:nvPr>
        </p:nvSpPr>
        <p:spPr>
          <a:xfrm>
            <a:off x="609600" y="304800"/>
            <a:ext cx="54864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up Image 16:9">
  <p:cSld name="2-up Image 16:9">
    <p:spTree>
      <p:nvGrpSpPr>
        <p:cNvPr id="1" name="Shape 166"/>
        <p:cNvGrpSpPr/>
        <p:nvPr/>
      </p:nvGrpSpPr>
      <p:grpSpPr>
        <a:xfrm>
          <a:off x="0" y="0"/>
          <a:ext cx="0" cy="0"/>
          <a:chOff x="0" y="0"/>
          <a:chExt cx="0" cy="0"/>
        </a:xfrm>
      </p:grpSpPr>
      <p:sp>
        <p:nvSpPr>
          <p:cNvPr id="167" name="Google Shape;167;p58"/>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58"/>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69" name="Google Shape;169;p58"/>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0" name="Google Shape;170;p58"/>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58"/>
          <p:cNvSpPr txBox="1">
            <a:spLocks noGrp="1"/>
          </p:cNvSpPr>
          <p:nvPr>
            <p:ph type="body" idx="2"/>
          </p:nvPr>
        </p:nvSpPr>
        <p:spPr>
          <a:xfrm>
            <a:off x="609600" y="5503589"/>
            <a:ext cx="5371365"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2" name="Google Shape;172;p58"/>
          <p:cNvSpPr txBox="1">
            <a:spLocks noGrp="1"/>
          </p:cNvSpPr>
          <p:nvPr>
            <p:ph type="body" idx="3"/>
          </p:nvPr>
        </p:nvSpPr>
        <p:spPr>
          <a:xfrm>
            <a:off x="609600" y="5294970"/>
            <a:ext cx="5371365"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58"/>
          <p:cNvSpPr>
            <a:spLocks noGrp="1"/>
          </p:cNvSpPr>
          <p:nvPr>
            <p:ph type="pic" idx="4"/>
          </p:nvPr>
        </p:nvSpPr>
        <p:spPr>
          <a:xfrm>
            <a:off x="609600" y="2194560"/>
            <a:ext cx="5371365" cy="3022664"/>
          </a:xfrm>
          <a:prstGeom prst="rect">
            <a:avLst/>
          </a:prstGeom>
          <a:solidFill>
            <a:schemeClr val="lt2"/>
          </a:solidFill>
          <a:ln w="9525" cap="flat" cmpd="sng">
            <a:solidFill>
              <a:schemeClr val="accent6"/>
            </a:solidFill>
            <a:prstDash val="solid"/>
            <a:round/>
            <a:headEnd type="none" w="sm" len="sm"/>
            <a:tailEnd type="none" w="sm" len="sm"/>
          </a:ln>
        </p:spPr>
      </p:sp>
      <p:sp>
        <p:nvSpPr>
          <p:cNvPr id="174" name="Google Shape;174;p58"/>
          <p:cNvSpPr txBox="1">
            <a:spLocks noGrp="1"/>
          </p:cNvSpPr>
          <p:nvPr>
            <p:ph type="body" idx="5"/>
          </p:nvPr>
        </p:nvSpPr>
        <p:spPr>
          <a:xfrm>
            <a:off x="6211036" y="5503589"/>
            <a:ext cx="537136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58"/>
          <p:cNvSpPr txBox="1">
            <a:spLocks noGrp="1"/>
          </p:cNvSpPr>
          <p:nvPr>
            <p:ph type="body" idx="6"/>
          </p:nvPr>
        </p:nvSpPr>
        <p:spPr>
          <a:xfrm>
            <a:off x="6211036" y="5294970"/>
            <a:ext cx="537136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58"/>
          <p:cNvSpPr>
            <a:spLocks noGrp="1"/>
          </p:cNvSpPr>
          <p:nvPr>
            <p:ph type="pic" idx="7"/>
          </p:nvPr>
        </p:nvSpPr>
        <p:spPr>
          <a:xfrm>
            <a:off x="6211035" y="2194560"/>
            <a:ext cx="5371365" cy="302266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up Image 1:1">
  <p:cSld name="2-up Image 1:1">
    <p:spTree>
      <p:nvGrpSpPr>
        <p:cNvPr id="1" name="Shape 177"/>
        <p:cNvGrpSpPr/>
        <p:nvPr/>
      </p:nvGrpSpPr>
      <p:grpSpPr>
        <a:xfrm>
          <a:off x="0" y="0"/>
          <a:ext cx="0" cy="0"/>
          <a:chOff x="0" y="0"/>
          <a:chExt cx="0" cy="0"/>
        </a:xfrm>
      </p:grpSpPr>
      <p:sp>
        <p:nvSpPr>
          <p:cNvPr id="178" name="Google Shape;178;p59"/>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59"/>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80" name="Google Shape;180;p59"/>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59"/>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2" name="Google Shape;182;p59"/>
          <p:cNvSpPr txBox="1">
            <a:spLocks noGrp="1"/>
          </p:cNvSpPr>
          <p:nvPr>
            <p:ph type="body" idx="2"/>
          </p:nvPr>
        </p:nvSpPr>
        <p:spPr>
          <a:xfrm>
            <a:off x="2247164" y="5955645"/>
            <a:ext cx="3733800"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59"/>
          <p:cNvSpPr txBox="1">
            <a:spLocks noGrp="1"/>
          </p:cNvSpPr>
          <p:nvPr>
            <p:ph type="body" idx="3"/>
          </p:nvPr>
        </p:nvSpPr>
        <p:spPr>
          <a:xfrm>
            <a:off x="2247164" y="5747027"/>
            <a:ext cx="3733800"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p59"/>
          <p:cNvSpPr>
            <a:spLocks noGrp="1"/>
          </p:cNvSpPr>
          <p:nvPr>
            <p:ph type="pic" idx="4"/>
          </p:nvPr>
        </p:nvSpPr>
        <p:spPr>
          <a:xfrm>
            <a:off x="2247164" y="1935480"/>
            <a:ext cx="3733800" cy="3733800"/>
          </a:xfrm>
          <a:prstGeom prst="rect">
            <a:avLst/>
          </a:prstGeom>
          <a:solidFill>
            <a:schemeClr val="lt2"/>
          </a:solidFill>
          <a:ln w="9525" cap="flat" cmpd="sng">
            <a:solidFill>
              <a:schemeClr val="accent6"/>
            </a:solidFill>
            <a:prstDash val="solid"/>
            <a:round/>
            <a:headEnd type="none" w="sm" len="sm"/>
            <a:tailEnd type="none" w="sm" len="sm"/>
          </a:ln>
        </p:spPr>
      </p:sp>
      <p:sp>
        <p:nvSpPr>
          <p:cNvPr id="185" name="Google Shape;185;p59"/>
          <p:cNvSpPr txBox="1">
            <a:spLocks noGrp="1"/>
          </p:cNvSpPr>
          <p:nvPr>
            <p:ph type="body" idx="5"/>
          </p:nvPr>
        </p:nvSpPr>
        <p:spPr>
          <a:xfrm>
            <a:off x="6211036" y="5955645"/>
            <a:ext cx="3733800"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6" name="Google Shape;186;p59"/>
          <p:cNvSpPr txBox="1">
            <a:spLocks noGrp="1"/>
          </p:cNvSpPr>
          <p:nvPr>
            <p:ph type="body" idx="6"/>
          </p:nvPr>
        </p:nvSpPr>
        <p:spPr>
          <a:xfrm>
            <a:off x="6211036" y="5747027"/>
            <a:ext cx="3733800"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7" name="Google Shape;187;p59"/>
          <p:cNvSpPr>
            <a:spLocks noGrp="1"/>
          </p:cNvSpPr>
          <p:nvPr>
            <p:ph type="pic" idx="7"/>
          </p:nvPr>
        </p:nvSpPr>
        <p:spPr>
          <a:xfrm>
            <a:off x="6211036" y="1935480"/>
            <a:ext cx="3733800" cy="373380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up Image 16:9">
  <p:cSld name="3-up Image 16:9">
    <p:spTree>
      <p:nvGrpSpPr>
        <p:cNvPr id="1" name="Shape 188"/>
        <p:cNvGrpSpPr/>
        <p:nvPr/>
      </p:nvGrpSpPr>
      <p:grpSpPr>
        <a:xfrm>
          <a:off x="0" y="0"/>
          <a:ext cx="0" cy="0"/>
          <a:chOff x="0" y="0"/>
          <a:chExt cx="0" cy="0"/>
        </a:xfrm>
      </p:grpSpPr>
      <p:sp>
        <p:nvSpPr>
          <p:cNvPr id="189" name="Google Shape;189;p60"/>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60"/>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91" name="Google Shape;191;p60"/>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2" name="Google Shape;192;p60"/>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60"/>
          <p:cNvSpPr txBox="1">
            <a:spLocks noGrp="1"/>
          </p:cNvSpPr>
          <p:nvPr>
            <p:ph type="body" idx="2"/>
          </p:nvPr>
        </p:nvSpPr>
        <p:spPr>
          <a:xfrm>
            <a:off x="608560" y="4818360"/>
            <a:ext cx="350476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60"/>
          <p:cNvSpPr txBox="1">
            <a:spLocks noGrp="1"/>
          </p:cNvSpPr>
          <p:nvPr>
            <p:ph type="body" idx="3"/>
          </p:nvPr>
        </p:nvSpPr>
        <p:spPr>
          <a:xfrm>
            <a:off x="608560" y="4609741"/>
            <a:ext cx="350476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5" name="Google Shape;195;p60"/>
          <p:cNvSpPr>
            <a:spLocks noGrp="1"/>
          </p:cNvSpPr>
          <p:nvPr>
            <p:ph type="pic" idx="4"/>
          </p:nvPr>
        </p:nvSpPr>
        <p:spPr>
          <a:xfrm>
            <a:off x="608129" y="2560402"/>
            <a:ext cx="3505200" cy="1971593"/>
          </a:xfrm>
          <a:prstGeom prst="rect">
            <a:avLst/>
          </a:prstGeom>
          <a:solidFill>
            <a:schemeClr val="lt2"/>
          </a:solidFill>
          <a:ln w="9525" cap="flat" cmpd="sng">
            <a:solidFill>
              <a:schemeClr val="accent6"/>
            </a:solidFill>
            <a:prstDash val="solid"/>
            <a:round/>
            <a:headEnd type="none" w="sm" len="sm"/>
            <a:tailEnd type="none" w="sm" len="sm"/>
          </a:ln>
        </p:spPr>
      </p:sp>
      <p:sp>
        <p:nvSpPr>
          <p:cNvPr id="196" name="Google Shape;196;p60"/>
          <p:cNvSpPr txBox="1">
            <a:spLocks noGrp="1"/>
          </p:cNvSpPr>
          <p:nvPr>
            <p:ph type="body" idx="5"/>
          </p:nvPr>
        </p:nvSpPr>
        <p:spPr>
          <a:xfrm>
            <a:off x="4343616" y="4818360"/>
            <a:ext cx="350476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7" name="Google Shape;197;p60"/>
          <p:cNvSpPr txBox="1">
            <a:spLocks noGrp="1"/>
          </p:cNvSpPr>
          <p:nvPr>
            <p:ph type="body" idx="6"/>
          </p:nvPr>
        </p:nvSpPr>
        <p:spPr>
          <a:xfrm>
            <a:off x="4343616" y="4609741"/>
            <a:ext cx="350476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8" name="Google Shape;198;p60"/>
          <p:cNvSpPr>
            <a:spLocks noGrp="1"/>
          </p:cNvSpPr>
          <p:nvPr>
            <p:ph type="pic" idx="7"/>
          </p:nvPr>
        </p:nvSpPr>
        <p:spPr>
          <a:xfrm>
            <a:off x="4343400" y="2560402"/>
            <a:ext cx="3505200" cy="1971593"/>
          </a:xfrm>
          <a:prstGeom prst="rect">
            <a:avLst/>
          </a:prstGeom>
          <a:solidFill>
            <a:schemeClr val="lt2"/>
          </a:solidFill>
          <a:ln w="9525" cap="flat" cmpd="sng">
            <a:solidFill>
              <a:schemeClr val="accent6"/>
            </a:solidFill>
            <a:prstDash val="solid"/>
            <a:round/>
            <a:headEnd type="none" w="sm" len="sm"/>
            <a:tailEnd type="none" w="sm" len="sm"/>
          </a:ln>
        </p:spPr>
      </p:sp>
      <p:sp>
        <p:nvSpPr>
          <p:cNvPr id="199" name="Google Shape;199;p60"/>
          <p:cNvSpPr txBox="1">
            <a:spLocks noGrp="1"/>
          </p:cNvSpPr>
          <p:nvPr>
            <p:ph type="body" idx="8"/>
          </p:nvPr>
        </p:nvSpPr>
        <p:spPr>
          <a:xfrm>
            <a:off x="8077200" y="4818360"/>
            <a:ext cx="3505200"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60"/>
          <p:cNvSpPr txBox="1">
            <a:spLocks noGrp="1"/>
          </p:cNvSpPr>
          <p:nvPr>
            <p:ph type="body" idx="9"/>
          </p:nvPr>
        </p:nvSpPr>
        <p:spPr>
          <a:xfrm>
            <a:off x="8077200" y="4609741"/>
            <a:ext cx="3505200"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60"/>
          <p:cNvSpPr>
            <a:spLocks noGrp="1"/>
          </p:cNvSpPr>
          <p:nvPr>
            <p:ph type="pic" idx="13"/>
          </p:nvPr>
        </p:nvSpPr>
        <p:spPr>
          <a:xfrm>
            <a:off x="8077200" y="2560402"/>
            <a:ext cx="3505200" cy="1971593"/>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up Image 1:1">
  <p:cSld name="3-up Image 1:1">
    <p:spTree>
      <p:nvGrpSpPr>
        <p:cNvPr id="1" name="Shape 202"/>
        <p:cNvGrpSpPr/>
        <p:nvPr/>
      </p:nvGrpSpPr>
      <p:grpSpPr>
        <a:xfrm>
          <a:off x="0" y="0"/>
          <a:ext cx="0" cy="0"/>
          <a:chOff x="0" y="0"/>
          <a:chExt cx="0" cy="0"/>
        </a:xfrm>
      </p:grpSpPr>
      <p:sp>
        <p:nvSpPr>
          <p:cNvPr id="203" name="Google Shape;203;p61"/>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61"/>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05" name="Google Shape;205;p61"/>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61"/>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61"/>
          <p:cNvSpPr txBox="1">
            <a:spLocks noGrp="1"/>
          </p:cNvSpPr>
          <p:nvPr>
            <p:ph type="body" idx="2"/>
          </p:nvPr>
        </p:nvSpPr>
        <p:spPr>
          <a:xfrm>
            <a:off x="608560" y="5727045"/>
            <a:ext cx="350476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61"/>
          <p:cNvSpPr txBox="1">
            <a:spLocks noGrp="1"/>
          </p:cNvSpPr>
          <p:nvPr>
            <p:ph type="body" idx="3"/>
          </p:nvPr>
        </p:nvSpPr>
        <p:spPr>
          <a:xfrm>
            <a:off x="608560" y="5518426"/>
            <a:ext cx="350476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61"/>
          <p:cNvSpPr>
            <a:spLocks noGrp="1"/>
          </p:cNvSpPr>
          <p:nvPr>
            <p:ph type="pic" idx="4"/>
          </p:nvPr>
        </p:nvSpPr>
        <p:spPr>
          <a:xfrm>
            <a:off x="608128" y="1935480"/>
            <a:ext cx="3505200" cy="3505200"/>
          </a:xfrm>
          <a:prstGeom prst="rect">
            <a:avLst/>
          </a:prstGeom>
          <a:solidFill>
            <a:schemeClr val="lt2"/>
          </a:solidFill>
          <a:ln w="9525" cap="flat" cmpd="sng">
            <a:solidFill>
              <a:schemeClr val="accent6"/>
            </a:solidFill>
            <a:prstDash val="solid"/>
            <a:round/>
            <a:headEnd type="none" w="sm" len="sm"/>
            <a:tailEnd type="none" w="sm" len="sm"/>
          </a:ln>
        </p:spPr>
      </p:sp>
      <p:sp>
        <p:nvSpPr>
          <p:cNvPr id="210" name="Google Shape;210;p61"/>
          <p:cNvSpPr txBox="1">
            <a:spLocks noGrp="1"/>
          </p:cNvSpPr>
          <p:nvPr>
            <p:ph type="body" idx="5"/>
          </p:nvPr>
        </p:nvSpPr>
        <p:spPr>
          <a:xfrm>
            <a:off x="4343615" y="5727045"/>
            <a:ext cx="350476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61"/>
          <p:cNvSpPr txBox="1">
            <a:spLocks noGrp="1"/>
          </p:cNvSpPr>
          <p:nvPr>
            <p:ph type="body" idx="6"/>
          </p:nvPr>
        </p:nvSpPr>
        <p:spPr>
          <a:xfrm>
            <a:off x="4343615" y="5518426"/>
            <a:ext cx="350476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61"/>
          <p:cNvSpPr>
            <a:spLocks noGrp="1"/>
          </p:cNvSpPr>
          <p:nvPr>
            <p:ph type="pic" idx="7"/>
          </p:nvPr>
        </p:nvSpPr>
        <p:spPr>
          <a:xfrm>
            <a:off x="4343400" y="1935480"/>
            <a:ext cx="3505200" cy="3505200"/>
          </a:xfrm>
          <a:prstGeom prst="rect">
            <a:avLst/>
          </a:prstGeom>
          <a:solidFill>
            <a:schemeClr val="lt2"/>
          </a:solidFill>
          <a:ln w="9525" cap="flat" cmpd="sng">
            <a:solidFill>
              <a:schemeClr val="accent6"/>
            </a:solidFill>
            <a:prstDash val="solid"/>
            <a:round/>
            <a:headEnd type="none" w="sm" len="sm"/>
            <a:tailEnd type="none" w="sm" len="sm"/>
          </a:ln>
        </p:spPr>
      </p:sp>
      <p:sp>
        <p:nvSpPr>
          <p:cNvPr id="213" name="Google Shape;213;p61"/>
          <p:cNvSpPr txBox="1">
            <a:spLocks noGrp="1"/>
          </p:cNvSpPr>
          <p:nvPr>
            <p:ph type="body" idx="8"/>
          </p:nvPr>
        </p:nvSpPr>
        <p:spPr>
          <a:xfrm>
            <a:off x="8077200" y="5727045"/>
            <a:ext cx="3505200"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4" name="Google Shape;214;p61"/>
          <p:cNvSpPr txBox="1">
            <a:spLocks noGrp="1"/>
          </p:cNvSpPr>
          <p:nvPr>
            <p:ph type="body" idx="9"/>
          </p:nvPr>
        </p:nvSpPr>
        <p:spPr>
          <a:xfrm>
            <a:off x="8077200" y="5518426"/>
            <a:ext cx="3505200"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5" name="Google Shape;215;p61"/>
          <p:cNvSpPr>
            <a:spLocks noGrp="1"/>
          </p:cNvSpPr>
          <p:nvPr>
            <p:ph type="pic" idx="13"/>
          </p:nvPr>
        </p:nvSpPr>
        <p:spPr>
          <a:xfrm>
            <a:off x="8077200" y="1935480"/>
            <a:ext cx="3505200" cy="350520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4-up Image 16:9">
  <p:cSld name="4-up Image 16:9">
    <p:spTree>
      <p:nvGrpSpPr>
        <p:cNvPr id="1" name="Shape 216"/>
        <p:cNvGrpSpPr/>
        <p:nvPr/>
      </p:nvGrpSpPr>
      <p:grpSpPr>
        <a:xfrm>
          <a:off x="0" y="0"/>
          <a:ext cx="0" cy="0"/>
          <a:chOff x="0" y="0"/>
          <a:chExt cx="0" cy="0"/>
        </a:xfrm>
      </p:grpSpPr>
      <p:sp>
        <p:nvSpPr>
          <p:cNvPr id="217" name="Google Shape;217;p62"/>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62"/>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19" name="Google Shape;219;p62"/>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62"/>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62"/>
          <p:cNvSpPr txBox="1">
            <a:spLocks noGrp="1"/>
          </p:cNvSpPr>
          <p:nvPr>
            <p:ph type="body" idx="2"/>
          </p:nvPr>
        </p:nvSpPr>
        <p:spPr>
          <a:xfrm>
            <a:off x="608341" y="455280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2" name="Google Shape;222;p62"/>
          <p:cNvSpPr txBox="1">
            <a:spLocks noGrp="1"/>
          </p:cNvSpPr>
          <p:nvPr>
            <p:ph type="body" idx="3"/>
          </p:nvPr>
        </p:nvSpPr>
        <p:spPr>
          <a:xfrm>
            <a:off x="608341" y="4344184"/>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3" name="Google Shape;223;p62"/>
          <p:cNvSpPr>
            <a:spLocks noGrp="1"/>
          </p:cNvSpPr>
          <p:nvPr>
            <p:ph type="pic" idx="4"/>
          </p:nvPr>
        </p:nvSpPr>
        <p:spPr>
          <a:xfrm>
            <a:off x="608129" y="2819400"/>
            <a:ext cx="2572619" cy="1447038"/>
          </a:xfrm>
          <a:prstGeom prst="rect">
            <a:avLst/>
          </a:prstGeom>
          <a:solidFill>
            <a:schemeClr val="lt2"/>
          </a:solidFill>
          <a:ln w="9525" cap="flat" cmpd="sng">
            <a:solidFill>
              <a:schemeClr val="accent6"/>
            </a:solidFill>
            <a:prstDash val="solid"/>
            <a:round/>
            <a:headEnd type="none" w="sm" len="sm"/>
            <a:tailEnd type="none" w="sm" len="sm"/>
          </a:ln>
        </p:spPr>
      </p:sp>
      <p:sp>
        <p:nvSpPr>
          <p:cNvPr id="224" name="Google Shape;224;p62"/>
          <p:cNvSpPr txBox="1">
            <a:spLocks noGrp="1"/>
          </p:cNvSpPr>
          <p:nvPr>
            <p:ph type="body" idx="5"/>
          </p:nvPr>
        </p:nvSpPr>
        <p:spPr>
          <a:xfrm>
            <a:off x="3409453" y="455280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62"/>
          <p:cNvSpPr txBox="1">
            <a:spLocks noGrp="1"/>
          </p:cNvSpPr>
          <p:nvPr>
            <p:ph type="body" idx="6"/>
          </p:nvPr>
        </p:nvSpPr>
        <p:spPr>
          <a:xfrm>
            <a:off x="3409453" y="4344184"/>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6" name="Google Shape;226;p62"/>
          <p:cNvSpPr>
            <a:spLocks noGrp="1"/>
          </p:cNvSpPr>
          <p:nvPr>
            <p:ph type="pic" idx="7"/>
          </p:nvPr>
        </p:nvSpPr>
        <p:spPr>
          <a:xfrm>
            <a:off x="3408697" y="2819400"/>
            <a:ext cx="2572619" cy="1447038"/>
          </a:xfrm>
          <a:prstGeom prst="rect">
            <a:avLst/>
          </a:prstGeom>
          <a:solidFill>
            <a:schemeClr val="lt2"/>
          </a:solidFill>
          <a:ln w="9525" cap="flat" cmpd="sng">
            <a:solidFill>
              <a:schemeClr val="accent6"/>
            </a:solidFill>
            <a:prstDash val="solid"/>
            <a:round/>
            <a:headEnd type="none" w="sm" len="sm"/>
            <a:tailEnd type="none" w="sm" len="sm"/>
          </a:ln>
        </p:spPr>
      </p:sp>
      <p:sp>
        <p:nvSpPr>
          <p:cNvPr id="227" name="Google Shape;227;p62"/>
          <p:cNvSpPr txBox="1">
            <a:spLocks noGrp="1"/>
          </p:cNvSpPr>
          <p:nvPr>
            <p:ph type="body" idx="8"/>
          </p:nvPr>
        </p:nvSpPr>
        <p:spPr>
          <a:xfrm>
            <a:off x="6210142" y="4552803"/>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62"/>
          <p:cNvSpPr txBox="1">
            <a:spLocks noGrp="1"/>
          </p:cNvSpPr>
          <p:nvPr>
            <p:ph type="body" idx="9"/>
          </p:nvPr>
        </p:nvSpPr>
        <p:spPr>
          <a:xfrm>
            <a:off x="6210142" y="4344184"/>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62"/>
          <p:cNvSpPr>
            <a:spLocks noGrp="1"/>
          </p:cNvSpPr>
          <p:nvPr>
            <p:ph type="pic" idx="13"/>
          </p:nvPr>
        </p:nvSpPr>
        <p:spPr>
          <a:xfrm>
            <a:off x="6209265" y="2819400"/>
            <a:ext cx="2572619" cy="1447038"/>
          </a:xfrm>
          <a:prstGeom prst="rect">
            <a:avLst/>
          </a:prstGeom>
          <a:solidFill>
            <a:schemeClr val="lt2"/>
          </a:solidFill>
          <a:ln w="9525" cap="flat" cmpd="sng">
            <a:solidFill>
              <a:schemeClr val="accent6"/>
            </a:solidFill>
            <a:prstDash val="solid"/>
            <a:round/>
            <a:headEnd type="none" w="sm" len="sm"/>
            <a:tailEnd type="none" w="sm" len="sm"/>
          </a:ln>
        </p:spPr>
      </p:sp>
      <p:sp>
        <p:nvSpPr>
          <p:cNvPr id="230" name="Google Shape;230;p62"/>
          <p:cNvSpPr txBox="1">
            <a:spLocks noGrp="1"/>
          </p:cNvSpPr>
          <p:nvPr>
            <p:ph type="body" idx="14"/>
          </p:nvPr>
        </p:nvSpPr>
        <p:spPr>
          <a:xfrm>
            <a:off x="9009728" y="4552803"/>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1" name="Google Shape;231;p62"/>
          <p:cNvSpPr txBox="1">
            <a:spLocks noGrp="1"/>
          </p:cNvSpPr>
          <p:nvPr>
            <p:ph type="body" idx="15"/>
          </p:nvPr>
        </p:nvSpPr>
        <p:spPr>
          <a:xfrm>
            <a:off x="9009728" y="4344184"/>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62"/>
          <p:cNvSpPr>
            <a:spLocks noGrp="1"/>
          </p:cNvSpPr>
          <p:nvPr>
            <p:ph type="pic" idx="16"/>
          </p:nvPr>
        </p:nvSpPr>
        <p:spPr>
          <a:xfrm>
            <a:off x="9009833" y="2819400"/>
            <a:ext cx="2572619" cy="144703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up Image 1:1">
  <p:cSld name="4-up Image 1:1">
    <p:spTree>
      <p:nvGrpSpPr>
        <p:cNvPr id="1" name="Shape 233"/>
        <p:cNvGrpSpPr/>
        <p:nvPr/>
      </p:nvGrpSpPr>
      <p:grpSpPr>
        <a:xfrm>
          <a:off x="0" y="0"/>
          <a:ext cx="0" cy="0"/>
          <a:chOff x="0" y="0"/>
          <a:chExt cx="0" cy="0"/>
        </a:xfrm>
      </p:grpSpPr>
      <p:sp>
        <p:nvSpPr>
          <p:cNvPr id="234" name="Google Shape;234;p63"/>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63"/>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36" name="Google Shape;236;p63"/>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63"/>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63"/>
          <p:cNvSpPr txBox="1">
            <a:spLocks noGrp="1"/>
          </p:cNvSpPr>
          <p:nvPr>
            <p:ph type="body" idx="2"/>
          </p:nvPr>
        </p:nvSpPr>
        <p:spPr>
          <a:xfrm>
            <a:off x="608341" y="5251557"/>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63"/>
          <p:cNvSpPr txBox="1">
            <a:spLocks noGrp="1"/>
          </p:cNvSpPr>
          <p:nvPr>
            <p:ph type="body" idx="3"/>
          </p:nvPr>
        </p:nvSpPr>
        <p:spPr>
          <a:xfrm>
            <a:off x="608341" y="5042938"/>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0" name="Google Shape;240;p63"/>
          <p:cNvSpPr>
            <a:spLocks noGrp="1"/>
          </p:cNvSpPr>
          <p:nvPr>
            <p:ph type="pic" idx="4"/>
          </p:nvPr>
        </p:nvSpPr>
        <p:spPr>
          <a:xfrm>
            <a:off x="608129" y="2392680"/>
            <a:ext cx="2572619" cy="2572512"/>
          </a:xfrm>
          <a:prstGeom prst="rect">
            <a:avLst/>
          </a:prstGeom>
          <a:solidFill>
            <a:schemeClr val="lt2"/>
          </a:solidFill>
          <a:ln w="9525" cap="flat" cmpd="sng">
            <a:solidFill>
              <a:schemeClr val="accent6"/>
            </a:solidFill>
            <a:prstDash val="solid"/>
            <a:round/>
            <a:headEnd type="none" w="sm" len="sm"/>
            <a:tailEnd type="none" w="sm" len="sm"/>
          </a:ln>
        </p:spPr>
      </p:sp>
      <p:sp>
        <p:nvSpPr>
          <p:cNvPr id="241" name="Google Shape;241;p63"/>
          <p:cNvSpPr txBox="1">
            <a:spLocks noGrp="1"/>
          </p:cNvSpPr>
          <p:nvPr>
            <p:ph type="body" idx="5"/>
          </p:nvPr>
        </p:nvSpPr>
        <p:spPr>
          <a:xfrm>
            <a:off x="3409453" y="5251557"/>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2" name="Google Shape;242;p63"/>
          <p:cNvSpPr txBox="1">
            <a:spLocks noGrp="1"/>
          </p:cNvSpPr>
          <p:nvPr>
            <p:ph type="body" idx="6"/>
          </p:nvPr>
        </p:nvSpPr>
        <p:spPr>
          <a:xfrm>
            <a:off x="3409453" y="5042938"/>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3" name="Google Shape;243;p63"/>
          <p:cNvSpPr>
            <a:spLocks noGrp="1"/>
          </p:cNvSpPr>
          <p:nvPr>
            <p:ph type="pic" idx="7"/>
          </p:nvPr>
        </p:nvSpPr>
        <p:spPr>
          <a:xfrm>
            <a:off x="3408697" y="2392680"/>
            <a:ext cx="2572619" cy="2572512"/>
          </a:xfrm>
          <a:prstGeom prst="rect">
            <a:avLst/>
          </a:prstGeom>
          <a:solidFill>
            <a:schemeClr val="lt2"/>
          </a:solidFill>
          <a:ln w="9525" cap="flat" cmpd="sng">
            <a:solidFill>
              <a:schemeClr val="accent6"/>
            </a:solidFill>
            <a:prstDash val="solid"/>
            <a:round/>
            <a:headEnd type="none" w="sm" len="sm"/>
            <a:tailEnd type="none" w="sm" len="sm"/>
          </a:ln>
        </p:spPr>
      </p:sp>
      <p:sp>
        <p:nvSpPr>
          <p:cNvPr id="244" name="Google Shape;244;p63"/>
          <p:cNvSpPr txBox="1">
            <a:spLocks noGrp="1"/>
          </p:cNvSpPr>
          <p:nvPr>
            <p:ph type="body" idx="8"/>
          </p:nvPr>
        </p:nvSpPr>
        <p:spPr>
          <a:xfrm>
            <a:off x="6210142" y="5251557"/>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63"/>
          <p:cNvSpPr txBox="1">
            <a:spLocks noGrp="1"/>
          </p:cNvSpPr>
          <p:nvPr>
            <p:ph type="body" idx="9"/>
          </p:nvPr>
        </p:nvSpPr>
        <p:spPr>
          <a:xfrm>
            <a:off x="6210142" y="5042938"/>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p63"/>
          <p:cNvSpPr>
            <a:spLocks noGrp="1"/>
          </p:cNvSpPr>
          <p:nvPr>
            <p:ph type="pic" idx="13"/>
          </p:nvPr>
        </p:nvSpPr>
        <p:spPr>
          <a:xfrm>
            <a:off x="6209265" y="2392680"/>
            <a:ext cx="2572619" cy="2572512"/>
          </a:xfrm>
          <a:prstGeom prst="rect">
            <a:avLst/>
          </a:prstGeom>
          <a:solidFill>
            <a:schemeClr val="lt2"/>
          </a:solidFill>
          <a:ln w="9525" cap="flat" cmpd="sng">
            <a:solidFill>
              <a:schemeClr val="accent6"/>
            </a:solidFill>
            <a:prstDash val="solid"/>
            <a:round/>
            <a:headEnd type="none" w="sm" len="sm"/>
            <a:tailEnd type="none" w="sm" len="sm"/>
          </a:ln>
        </p:spPr>
      </p:sp>
      <p:sp>
        <p:nvSpPr>
          <p:cNvPr id="247" name="Google Shape;247;p63"/>
          <p:cNvSpPr txBox="1">
            <a:spLocks noGrp="1"/>
          </p:cNvSpPr>
          <p:nvPr>
            <p:ph type="body" idx="14"/>
          </p:nvPr>
        </p:nvSpPr>
        <p:spPr>
          <a:xfrm>
            <a:off x="9009728" y="5251557"/>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63"/>
          <p:cNvSpPr txBox="1">
            <a:spLocks noGrp="1"/>
          </p:cNvSpPr>
          <p:nvPr>
            <p:ph type="body" idx="15"/>
          </p:nvPr>
        </p:nvSpPr>
        <p:spPr>
          <a:xfrm>
            <a:off x="9009728" y="5042938"/>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63"/>
          <p:cNvSpPr>
            <a:spLocks noGrp="1"/>
          </p:cNvSpPr>
          <p:nvPr>
            <p:ph type="pic" idx="16"/>
          </p:nvPr>
        </p:nvSpPr>
        <p:spPr>
          <a:xfrm>
            <a:off x="9009833" y="2392680"/>
            <a:ext cx="2572619" cy="2572512"/>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up Image Alt. 16:9">
  <p:cSld name="4-up Image Alt. 16:9">
    <p:spTree>
      <p:nvGrpSpPr>
        <p:cNvPr id="1" name="Shape 250"/>
        <p:cNvGrpSpPr/>
        <p:nvPr/>
      </p:nvGrpSpPr>
      <p:grpSpPr>
        <a:xfrm>
          <a:off x="0" y="0"/>
          <a:ext cx="0" cy="0"/>
          <a:chOff x="0" y="0"/>
          <a:chExt cx="0" cy="0"/>
        </a:xfrm>
      </p:grpSpPr>
      <p:sp>
        <p:nvSpPr>
          <p:cNvPr id="251" name="Google Shape;251;p64"/>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64"/>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53" name="Google Shape;253;p64"/>
          <p:cNvSpPr txBox="1">
            <a:spLocks noGrp="1"/>
          </p:cNvSpPr>
          <p:nvPr>
            <p:ph type="body" idx="1"/>
          </p:nvPr>
        </p:nvSpPr>
        <p:spPr>
          <a:xfrm>
            <a:off x="609600" y="3550920"/>
            <a:ext cx="4572000" cy="50292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4" name="Google Shape;254;p64"/>
          <p:cNvSpPr txBox="1">
            <a:spLocks noGrp="1"/>
          </p:cNvSpPr>
          <p:nvPr>
            <p:ph type="title"/>
          </p:nvPr>
        </p:nvSpPr>
        <p:spPr>
          <a:xfrm>
            <a:off x="609600" y="2727960"/>
            <a:ext cx="45720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64"/>
          <p:cNvSpPr txBox="1">
            <a:spLocks noGrp="1"/>
          </p:cNvSpPr>
          <p:nvPr>
            <p:ph type="body" idx="2"/>
          </p:nvPr>
        </p:nvSpPr>
        <p:spPr>
          <a:xfrm>
            <a:off x="6208988" y="3375159"/>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6" name="Google Shape;256;p64"/>
          <p:cNvSpPr txBox="1">
            <a:spLocks noGrp="1"/>
          </p:cNvSpPr>
          <p:nvPr>
            <p:ph type="body" idx="3"/>
          </p:nvPr>
        </p:nvSpPr>
        <p:spPr>
          <a:xfrm>
            <a:off x="6208988" y="316654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7" name="Google Shape;257;p64"/>
          <p:cNvSpPr>
            <a:spLocks noGrp="1"/>
          </p:cNvSpPr>
          <p:nvPr>
            <p:ph type="pic" idx="4"/>
          </p:nvPr>
        </p:nvSpPr>
        <p:spPr>
          <a:xfrm>
            <a:off x="6208776" y="1641756"/>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58" name="Google Shape;258;p64"/>
          <p:cNvSpPr txBox="1">
            <a:spLocks noGrp="1"/>
          </p:cNvSpPr>
          <p:nvPr>
            <p:ph type="body" idx="5"/>
          </p:nvPr>
        </p:nvSpPr>
        <p:spPr>
          <a:xfrm>
            <a:off x="9010101" y="3375159"/>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p64"/>
          <p:cNvSpPr txBox="1">
            <a:spLocks noGrp="1"/>
          </p:cNvSpPr>
          <p:nvPr>
            <p:ph type="body" idx="6"/>
          </p:nvPr>
        </p:nvSpPr>
        <p:spPr>
          <a:xfrm>
            <a:off x="9010101" y="316654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64"/>
          <p:cNvSpPr>
            <a:spLocks noGrp="1"/>
          </p:cNvSpPr>
          <p:nvPr>
            <p:ph type="pic" idx="7"/>
          </p:nvPr>
        </p:nvSpPr>
        <p:spPr>
          <a:xfrm>
            <a:off x="9009835" y="1641756"/>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61" name="Google Shape;261;p64"/>
          <p:cNvSpPr txBox="1">
            <a:spLocks noGrp="1"/>
          </p:cNvSpPr>
          <p:nvPr>
            <p:ph type="body" idx="8"/>
          </p:nvPr>
        </p:nvSpPr>
        <p:spPr>
          <a:xfrm>
            <a:off x="6208671" y="5489574"/>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64"/>
          <p:cNvSpPr txBox="1">
            <a:spLocks noGrp="1"/>
          </p:cNvSpPr>
          <p:nvPr>
            <p:ph type="body" idx="9"/>
          </p:nvPr>
        </p:nvSpPr>
        <p:spPr>
          <a:xfrm>
            <a:off x="6208671" y="5280955"/>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3" name="Google Shape;263;p64"/>
          <p:cNvSpPr>
            <a:spLocks noGrp="1"/>
          </p:cNvSpPr>
          <p:nvPr>
            <p:ph type="pic" idx="13"/>
          </p:nvPr>
        </p:nvSpPr>
        <p:spPr>
          <a:xfrm>
            <a:off x="6208776" y="3756171"/>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64" name="Google Shape;264;p64"/>
          <p:cNvSpPr txBox="1">
            <a:spLocks noGrp="1"/>
          </p:cNvSpPr>
          <p:nvPr>
            <p:ph type="body" idx="14"/>
          </p:nvPr>
        </p:nvSpPr>
        <p:spPr>
          <a:xfrm>
            <a:off x="9009784" y="5489574"/>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5" name="Google Shape;265;p64"/>
          <p:cNvSpPr txBox="1">
            <a:spLocks noGrp="1"/>
          </p:cNvSpPr>
          <p:nvPr>
            <p:ph type="body" idx="15"/>
          </p:nvPr>
        </p:nvSpPr>
        <p:spPr>
          <a:xfrm>
            <a:off x="9009784" y="5280955"/>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6" name="Google Shape;266;p64"/>
          <p:cNvSpPr>
            <a:spLocks noGrp="1"/>
          </p:cNvSpPr>
          <p:nvPr>
            <p:ph type="pic" idx="16"/>
          </p:nvPr>
        </p:nvSpPr>
        <p:spPr>
          <a:xfrm>
            <a:off x="9009889" y="3756171"/>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up Image Alt. w/ text 16:9">
  <p:cSld name="4-up Image Alt. w/ text 16:9">
    <p:spTree>
      <p:nvGrpSpPr>
        <p:cNvPr id="1" name="Shape 267"/>
        <p:cNvGrpSpPr/>
        <p:nvPr/>
      </p:nvGrpSpPr>
      <p:grpSpPr>
        <a:xfrm>
          <a:off x="0" y="0"/>
          <a:ext cx="0" cy="0"/>
          <a:chOff x="0" y="0"/>
          <a:chExt cx="0" cy="0"/>
        </a:xfrm>
      </p:grpSpPr>
      <p:sp>
        <p:nvSpPr>
          <p:cNvPr id="268" name="Google Shape;268;p65"/>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9" name="Google Shape;269;p65"/>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70" name="Google Shape;270;p65"/>
          <p:cNvSpPr txBox="1">
            <a:spLocks noGrp="1"/>
          </p:cNvSpPr>
          <p:nvPr>
            <p:ph type="body" idx="1"/>
          </p:nvPr>
        </p:nvSpPr>
        <p:spPr>
          <a:xfrm>
            <a:off x="609600" y="3322320"/>
            <a:ext cx="4572000" cy="2926080"/>
          </a:xfrm>
          <a:prstGeom prst="rect">
            <a:avLst/>
          </a:prstGeom>
          <a:noFill/>
          <a:ln>
            <a:noFill/>
          </a:ln>
        </p:spPr>
        <p:txBody>
          <a:bodyPr spcFirstLastPara="1" wrap="square" lIns="0" tIns="45700" rIns="0" bIns="45700" anchor="t" anchorCtr="0">
            <a:noAutofit/>
          </a:bodyPr>
          <a:lstStyle>
            <a:lvl1pPr marL="457200" lvl="0" indent="-321755" algn="l">
              <a:lnSpc>
                <a:spcPct val="90000"/>
              </a:lnSpc>
              <a:spcBef>
                <a:spcPts val="533"/>
              </a:spcBef>
              <a:spcAft>
                <a:spcPts val="0"/>
              </a:spcAft>
              <a:buSzPts val="1467"/>
              <a:buChar char="​"/>
              <a:defRPr>
                <a:latin typeface="Arial"/>
                <a:ea typeface="Arial"/>
                <a:cs typeface="Arial"/>
                <a:sym typeface="Arial"/>
              </a:defRPr>
            </a:lvl1pPr>
            <a:lvl2pPr marL="914400" lvl="1" indent="-313246" algn="l">
              <a:lnSpc>
                <a:spcPct val="90000"/>
              </a:lnSpc>
              <a:spcBef>
                <a:spcPts val="533"/>
              </a:spcBef>
              <a:spcAft>
                <a:spcPts val="0"/>
              </a:spcAft>
              <a:buSzPts val="1333"/>
              <a:buChar char="•"/>
              <a:defRPr>
                <a:latin typeface="Arial"/>
                <a:ea typeface="Arial"/>
                <a:cs typeface="Arial"/>
                <a:sym typeface="Arial"/>
              </a:defRPr>
            </a:lvl2pPr>
            <a:lvl3pPr marL="1371600" lvl="2" indent="-304800" algn="l">
              <a:lnSpc>
                <a:spcPct val="90000"/>
              </a:lnSpc>
              <a:spcBef>
                <a:spcPts val="533"/>
              </a:spcBef>
              <a:spcAft>
                <a:spcPts val="0"/>
              </a:spcAft>
              <a:buSzPts val="1200"/>
              <a:buChar char="•"/>
              <a:defRPr>
                <a:latin typeface="Arial"/>
                <a:ea typeface="Arial"/>
                <a:cs typeface="Arial"/>
                <a:sym typeface="Arial"/>
              </a:defRPr>
            </a:lvl3pPr>
            <a:lvl4pPr marL="1828800" lvl="3" indent="-296355" algn="l">
              <a:lnSpc>
                <a:spcPct val="90000"/>
              </a:lnSpc>
              <a:spcBef>
                <a:spcPts val="267"/>
              </a:spcBef>
              <a:spcAft>
                <a:spcPts val="0"/>
              </a:spcAft>
              <a:buSzPts val="1067"/>
              <a:buChar char="•"/>
              <a:defRPr>
                <a:latin typeface="Arial"/>
                <a:ea typeface="Arial"/>
                <a:cs typeface="Arial"/>
                <a:sym typeface="Arial"/>
              </a:defRPr>
            </a:lvl4pPr>
            <a:lvl5pPr marL="2286000" lvl="4" indent="-287845" algn="l">
              <a:lnSpc>
                <a:spcPct val="90000"/>
              </a:lnSpc>
              <a:spcBef>
                <a:spcPts val="267"/>
              </a:spcBef>
              <a:spcAft>
                <a:spcPts val="0"/>
              </a:spcAft>
              <a:buSzPts val="933"/>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1" name="Google Shape;271;p65"/>
          <p:cNvSpPr txBox="1">
            <a:spLocks noGrp="1"/>
          </p:cNvSpPr>
          <p:nvPr>
            <p:ph type="body" idx="2"/>
          </p:nvPr>
        </p:nvSpPr>
        <p:spPr>
          <a:xfrm>
            <a:off x="609600" y="2651760"/>
            <a:ext cx="4572000" cy="50292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2" name="Google Shape;272;p65"/>
          <p:cNvSpPr txBox="1">
            <a:spLocks noGrp="1"/>
          </p:cNvSpPr>
          <p:nvPr>
            <p:ph type="title"/>
          </p:nvPr>
        </p:nvSpPr>
        <p:spPr>
          <a:xfrm>
            <a:off x="609600" y="1371600"/>
            <a:ext cx="4572000" cy="12801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65"/>
          <p:cNvSpPr txBox="1">
            <a:spLocks noGrp="1"/>
          </p:cNvSpPr>
          <p:nvPr>
            <p:ph type="body" idx="3"/>
          </p:nvPr>
        </p:nvSpPr>
        <p:spPr>
          <a:xfrm>
            <a:off x="6208988" y="3375159"/>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4" name="Google Shape;274;p65"/>
          <p:cNvSpPr txBox="1">
            <a:spLocks noGrp="1"/>
          </p:cNvSpPr>
          <p:nvPr>
            <p:ph type="body" idx="4"/>
          </p:nvPr>
        </p:nvSpPr>
        <p:spPr>
          <a:xfrm>
            <a:off x="6208988" y="316654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5" name="Google Shape;275;p65"/>
          <p:cNvSpPr>
            <a:spLocks noGrp="1"/>
          </p:cNvSpPr>
          <p:nvPr>
            <p:ph type="pic" idx="5"/>
          </p:nvPr>
        </p:nvSpPr>
        <p:spPr>
          <a:xfrm>
            <a:off x="6208776" y="1641756"/>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76" name="Google Shape;276;p65"/>
          <p:cNvSpPr txBox="1">
            <a:spLocks noGrp="1"/>
          </p:cNvSpPr>
          <p:nvPr>
            <p:ph type="body" idx="6"/>
          </p:nvPr>
        </p:nvSpPr>
        <p:spPr>
          <a:xfrm>
            <a:off x="9010101" y="3375159"/>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7" name="Google Shape;277;p65"/>
          <p:cNvSpPr txBox="1">
            <a:spLocks noGrp="1"/>
          </p:cNvSpPr>
          <p:nvPr>
            <p:ph type="body" idx="7"/>
          </p:nvPr>
        </p:nvSpPr>
        <p:spPr>
          <a:xfrm>
            <a:off x="9010101" y="316654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8" name="Google Shape;278;p65"/>
          <p:cNvSpPr>
            <a:spLocks noGrp="1"/>
          </p:cNvSpPr>
          <p:nvPr>
            <p:ph type="pic" idx="8"/>
          </p:nvPr>
        </p:nvSpPr>
        <p:spPr>
          <a:xfrm>
            <a:off x="9009835" y="1641756"/>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79" name="Google Shape;279;p65"/>
          <p:cNvSpPr txBox="1">
            <a:spLocks noGrp="1"/>
          </p:cNvSpPr>
          <p:nvPr>
            <p:ph type="body" idx="9"/>
          </p:nvPr>
        </p:nvSpPr>
        <p:spPr>
          <a:xfrm>
            <a:off x="6208671" y="5489574"/>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0" name="Google Shape;280;p65"/>
          <p:cNvSpPr txBox="1">
            <a:spLocks noGrp="1"/>
          </p:cNvSpPr>
          <p:nvPr>
            <p:ph type="body" idx="13"/>
          </p:nvPr>
        </p:nvSpPr>
        <p:spPr>
          <a:xfrm>
            <a:off x="6208671" y="5280955"/>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65"/>
          <p:cNvSpPr>
            <a:spLocks noGrp="1"/>
          </p:cNvSpPr>
          <p:nvPr>
            <p:ph type="pic" idx="14"/>
          </p:nvPr>
        </p:nvSpPr>
        <p:spPr>
          <a:xfrm>
            <a:off x="6208776" y="3756171"/>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82" name="Google Shape;282;p65"/>
          <p:cNvSpPr txBox="1">
            <a:spLocks noGrp="1"/>
          </p:cNvSpPr>
          <p:nvPr>
            <p:ph type="body" idx="15"/>
          </p:nvPr>
        </p:nvSpPr>
        <p:spPr>
          <a:xfrm>
            <a:off x="9009784" y="5489574"/>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3" name="Google Shape;283;p65"/>
          <p:cNvSpPr txBox="1">
            <a:spLocks noGrp="1"/>
          </p:cNvSpPr>
          <p:nvPr>
            <p:ph type="body" idx="16"/>
          </p:nvPr>
        </p:nvSpPr>
        <p:spPr>
          <a:xfrm>
            <a:off x="9009784" y="5280955"/>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4" name="Google Shape;284;p65"/>
          <p:cNvSpPr>
            <a:spLocks noGrp="1"/>
          </p:cNvSpPr>
          <p:nvPr>
            <p:ph type="pic" idx="17"/>
          </p:nvPr>
        </p:nvSpPr>
        <p:spPr>
          <a:xfrm>
            <a:off x="9009889" y="3756171"/>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5-up Image">
  <p:cSld name="5-up Image">
    <p:spTree>
      <p:nvGrpSpPr>
        <p:cNvPr id="1" name="Shape 285"/>
        <p:cNvGrpSpPr/>
        <p:nvPr/>
      </p:nvGrpSpPr>
      <p:grpSpPr>
        <a:xfrm>
          <a:off x="0" y="0"/>
          <a:ext cx="0" cy="0"/>
          <a:chOff x="0" y="0"/>
          <a:chExt cx="0" cy="0"/>
        </a:xfrm>
      </p:grpSpPr>
      <p:sp>
        <p:nvSpPr>
          <p:cNvPr id="286" name="Google Shape;286;p66"/>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66"/>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88" name="Google Shape;288;p66"/>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9" name="Google Shape;289;p66"/>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66"/>
          <p:cNvSpPr txBox="1">
            <a:spLocks noGrp="1"/>
          </p:cNvSpPr>
          <p:nvPr>
            <p:ph type="body" idx="2"/>
          </p:nvPr>
        </p:nvSpPr>
        <p:spPr>
          <a:xfrm>
            <a:off x="2008843"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1" name="Google Shape;291;p66"/>
          <p:cNvSpPr txBox="1">
            <a:spLocks noGrp="1"/>
          </p:cNvSpPr>
          <p:nvPr>
            <p:ph type="body" idx="3"/>
          </p:nvPr>
        </p:nvSpPr>
        <p:spPr>
          <a:xfrm>
            <a:off x="2008843"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2" name="Google Shape;292;p66"/>
          <p:cNvSpPr>
            <a:spLocks noGrp="1"/>
          </p:cNvSpPr>
          <p:nvPr>
            <p:ph type="pic" idx="4"/>
          </p:nvPr>
        </p:nvSpPr>
        <p:spPr>
          <a:xfrm>
            <a:off x="2008631"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93" name="Google Shape;293;p66"/>
          <p:cNvSpPr txBox="1">
            <a:spLocks noGrp="1"/>
          </p:cNvSpPr>
          <p:nvPr>
            <p:ph type="body" idx="5"/>
          </p:nvPr>
        </p:nvSpPr>
        <p:spPr>
          <a:xfrm>
            <a:off x="4809956"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4" name="Google Shape;294;p66"/>
          <p:cNvSpPr txBox="1">
            <a:spLocks noGrp="1"/>
          </p:cNvSpPr>
          <p:nvPr>
            <p:ph type="body" idx="6"/>
          </p:nvPr>
        </p:nvSpPr>
        <p:spPr>
          <a:xfrm>
            <a:off x="4809956"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5" name="Google Shape;295;p66"/>
          <p:cNvSpPr>
            <a:spLocks noGrp="1"/>
          </p:cNvSpPr>
          <p:nvPr>
            <p:ph type="pic" idx="7"/>
          </p:nvPr>
        </p:nvSpPr>
        <p:spPr>
          <a:xfrm>
            <a:off x="4809691"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96" name="Google Shape;296;p66"/>
          <p:cNvSpPr txBox="1">
            <a:spLocks noGrp="1"/>
          </p:cNvSpPr>
          <p:nvPr>
            <p:ph type="body" idx="8"/>
          </p:nvPr>
        </p:nvSpPr>
        <p:spPr>
          <a:xfrm>
            <a:off x="7610645" y="3668883"/>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7" name="Google Shape;297;p66"/>
          <p:cNvSpPr txBox="1">
            <a:spLocks noGrp="1"/>
          </p:cNvSpPr>
          <p:nvPr>
            <p:ph type="body" idx="9"/>
          </p:nvPr>
        </p:nvSpPr>
        <p:spPr>
          <a:xfrm>
            <a:off x="7610645" y="3460490"/>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8" name="Google Shape;298;p66"/>
          <p:cNvSpPr>
            <a:spLocks noGrp="1"/>
          </p:cNvSpPr>
          <p:nvPr>
            <p:ph type="pic" idx="13"/>
          </p:nvPr>
        </p:nvSpPr>
        <p:spPr>
          <a:xfrm>
            <a:off x="7610750"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299" name="Google Shape;299;p66"/>
          <p:cNvSpPr txBox="1">
            <a:spLocks noGrp="1"/>
          </p:cNvSpPr>
          <p:nvPr>
            <p:ph type="body" idx="14"/>
          </p:nvPr>
        </p:nvSpPr>
        <p:spPr>
          <a:xfrm>
            <a:off x="3409057" y="5783298"/>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0" name="Google Shape;300;p66"/>
          <p:cNvSpPr txBox="1">
            <a:spLocks noGrp="1"/>
          </p:cNvSpPr>
          <p:nvPr>
            <p:ph type="body" idx="15"/>
          </p:nvPr>
        </p:nvSpPr>
        <p:spPr>
          <a:xfrm>
            <a:off x="3409057" y="5574679"/>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1" name="Google Shape;301;p66"/>
          <p:cNvSpPr>
            <a:spLocks noGrp="1"/>
          </p:cNvSpPr>
          <p:nvPr>
            <p:ph type="pic" idx="16"/>
          </p:nvPr>
        </p:nvSpPr>
        <p:spPr>
          <a:xfrm>
            <a:off x="3409161"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02" name="Google Shape;302;p66"/>
          <p:cNvSpPr txBox="1">
            <a:spLocks noGrp="1"/>
          </p:cNvSpPr>
          <p:nvPr>
            <p:ph type="body" idx="17"/>
          </p:nvPr>
        </p:nvSpPr>
        <p:spPr>
          <a:xfrm>
            <a:off x="6210220"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3" name="Google Shape;303;p66"/>
          <p:cNvSpPr txBox="1">
            <a:spLocks noGrp="1"/>
          </p:cNvSpPr>
          <p:nvPr>
            <p:ph type="body" idx="18"/>
          </p:nvPr>
        </p:nvSpPr>
        <p:spPr>
          <a:xfrm>
            <a:off x="6210220"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4" name="Google Shape;304;p66"/>
          <p:cNvSpPr>
            <a:spLocks noGrp="1"/>
          </p:cNvSpPr>
          <p:nvPr>
            <p:ph type="pic" idx="19"/>
          </p:nvPr>
        </p:nvSpPr>
        <p:spPr>
          <a:xfrm>
            <a:off x="6210220"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305"/>
        <p:cNvGrpSpPr/>
        <p:nvPr/>
      </p:nvGrpSpPr>
      <p:grpSpPr>
        <a:xfrm>
          <a:off x="0" y="0"/>
          <a:ext cx="0" cy="0"/>
          <a:chOff x="0" y="0"/>
          <a:chExt cx="0" cy="0"/>
        </a:xfrm>
      </p:grpSpPr>
      <p:sp>
        <p:nvSpPr>
          <p:cNvPr id="306" name="Google Shape;306;p67"/>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67"/>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08" name="Google Shape;308;p67"/>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9" name="Google Shape;309;p67"/>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0" name="Google Shape;310;p67"/>
          <p:cNvSpPr txBox="1">
            <a:spLocks noGrp="1"/>
          </p:cNvSpPr>
          <p:nvPr>
            <p:ph type="body" idx="2"/>
          </p:nvPr>
        </p:nvSpPr>
        <p:spPr>
          <a:xfrm>
            <a:off x="2008843"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1" name="Google Shape;311;p67"/>
          <p:cNvSpPr txBox="1">
            <a:spLocks noGrp="1"/>
          </p:cNvSpPr>
          <p:nvPr>
            <p:ph type="body" idx="3"/>
          </p:nvPr>
        </p:nvSpPr>
        <p:spPr>
          <a:xfrm>
            <a:off x="2008843"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2" name="Google Shape;312;p67"/>
          <p:cNvSpPr>
            <a:spLocks noGrp="1"/>
          </p:cNvSpPr>
          <p:nvPr>
            <p:ph type="pic" idx="4"/>
          </p:nvPr>
        </p:nvSpPr>
        <p:spPr>
          <a:xfrm>
            <a:off x="2008631"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13" name="Google Shape;313;p67"/>
          <p:cNvSpPr txBox="1">
            <a:spLocks noGrp="1"/>
          </p:cNvSpPr>
          <p:nvPr>
            <p:ph type="body" idx="5"/>
          </p:nvPr>
        </p:nvSpPr>
        <p:spPr>
          <a:xfrm>
            <a:off x="4809956"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4" name="Google Shape;314;p67"/>
          <p:cNvSpPr txBox="1">
            <a:spLocks noGrp="1"/>
          </p:cNvSpPr>
          <p:nvPr>
            <p:ph type="body" idx="6"/>
          </p:nvPr>
        </p:nvSpPr>
        <p:spPr>
          <a:xfrm>
            <a:off x="4809956"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5" name="Google Shape;315;p67"/>
          <p:cNvSpPr>
            <a:spLocks noGrp="1"/>
          </p:cNvSpPr>
          <p:nvPr>
            <p:ph type="pic" idx="7"/>
          </p:nvPr>
        </p:nvSpPr>
        <p:spPr>
          <a:xfrm>
            <a:off x="4809744"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16" name="Google Shape;316;p67"/>
          <p:cNvSpPr txBox="1">
            <a:spLocks noGrp="1"/>
          </p:cNvSpPr>
          <p:nvPr>
            <p:ph type="body" idx="8"/>
          </p:nvPr>
        </p:nvSpPr>
        <p:spPr>
          <a:xfrm>
            <a:off x="7610645" y="3668883"/>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7" name="Google Shape;317;p67"/>
          <p:cNvSpPr txBox="1">
            <a:spLocks noGrp="1"/>
          </p:cNvSpPr>
          <p:nvPr>
            <p:ph type="body" idx="9"/>
          </p:nvPr>
        </p:nvSpPr>
        <p:spPr>
          <a:xfrm>
            <a:off x="7610645" y="3460490"/>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8" name="Google Shape;318;p67"/>
          <p:cNvSpPr>
            <a:spLocks noGrp="1"/>
          </p:cNvSpPr>
          <p:nvPr>
            <p:ph type="pic" idx="13"/>
          </p:nvPr>
        </p:nvSpPr>
        <p:spPr>
          <a:xfrm>
            <a:off x="7610750"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19" name="Google Shape;319;p67"/>
          <p:cNvSpPr txBox="1">
            <a:spLocks noGrp="1"/>
          </p:cNvSpPr>
          <p:nvPr>
            <p:ph type="body" idx="14"/>
          </p:nvPr>
        </p:nvSpPr>
        <p:spPr>
          <a:xfrm>
            <a:off x="2008527" y="5783298"/>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0" name="Google Shape;320;p67"/>
          <p:cNvSpPr txBox="1">
            <a:spLocks noGrp="1"/>
          </p:cNvSpPr>
          <p:nvPr>
            <p:ph type="body" idx="15"/>
          </p:nvPr>
        </p:nvSpPr>
        <p:spPr>
          <a:xfrm>
            <a:off x="2008527" y="5574679"/>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1" name="Google Shape;321;p67"/>
          <p:cNvSpPr>
            <a:spLocks noGrp="1"/>
          </p:cNvSpPr>
          <p:nvPr>
            <p:ph type="pic" idx="16"/>
          </p:nvPr>
        </p:nvSpPr>
        <p:spPr>
          <a:xfrm>
            <a:off x="2008631"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22" name="Google Shape;322;p67"/>
          <p:cNvSpPr txBox="1">
            <a:spLocks noGrp="1"/>
          </p:cNvSpPr>
          <p:nvPr>
            <p:ph type="body" idx="17"/>
          </p:nvPr>
        </p:nvSpPr>
        <p:spPr>
          <a:xfrm>
            <a:off x="4809691"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3" name="Google Shape;323;p67"/>
          <p:cNvSpPr txBox="1">
            <a:spLocks noGrp="1"/>
          </p:cNvSpPr>
          <p:nvPr>
            <p:ph type="body" idx="18"/>
          </p:nvPr>
        </p:nvSpPr>
        <p:spPr>
          <a:xfrm>
            <a:off x="4809691"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4" name="Google Shape;324;p67"/>
          <p:cNvSpPr>
            <a:spLocks noGrp="1"/>
          </p:cNvSpPr>
          <p:nvPr>
            <p:ph type="pic" idx="19"/>
          </p:nvPr>
        </p:nvSpPr>
        <p:spPr>
          <a:xfrm>
            <a:off x="4809744"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25" name="Google Shape;325;p67"/>
          <p:cNvSpPr txBox="1">
            <a:spLocks noGrp="1"/>
          </p:cNvSpPr>
          <p:nvPr>
            <p:ph type="body" idx="20"/>
          </p:nvPr>
        </p:nvSpPr>
        <p:spPr>
          <a:xfrm>
            <a:off x="7610750"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6" name="Google Shape;326;p67"/>
          <p:cNvSpPr txBox="1">
            <a:spLocks noGrp="1"/>
          </p:cNvSpPr>
          <p:nvPr>
            <p:ph type="body" idx="21"/>
          </p:nvPr>
        </p:nvSpPr>
        <p:spPr>
          <a:xfrm>
            <a:off x="7610750"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7" name="Google Shape;327;p67"/>
          <p:cNvSpPr>
            <a:spLocks noGrp="1"/>
          </p:cNvSpPr>
          <p:nvPr>
            <p:ph type="pic" idx="22"/>
          </p:nvPr>
        </p:nvSpPr>
        <p:spPr>
          <a:xfrm>
            <a:off x="7610750"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7-up Image">
  <p:cSld name="7-up Image">
    <p:spTree>
      <p:nvGrpSpPr>
        <p:cNvPr id="1" name="Shape 328"/>
        <p:cNvGrpSpPr/>
        <p:nvPr/>
      </p:nvGrpSpPr>
      <p:grpSpPr>
        <a:xfrm>
          <a:off x="0" y="0"/>
          <a:ext cx="0" cy="0"/>
          <a:chOff x="0" y="0"/>
          <a:chExt cx="0" cy="0"/>
        </a:xfrm>
      </p:grpSpPr>
      <p:sp>
        <p:nvSpPr>
          <p:cNvPr id="329" name="Google Shape;329;p68"/>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68"/>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31" name="Google Shape;331;p68"/>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2" name="Google Shape;332;p68"/>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3" name="Google Shape;333;p68"/>
          <p:cNvSpPr txBox="1">
            <a:spLocks noGrp="1"/>
          </p:cNvSpPr>
          <p:nvPr>
            <p:ph type="body" idx="2"/>
          </p:nvPr>
        </p:nvSpPr>
        <p:spPr>
          <a:xfrm>
            <a:off x="609600"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4" name="Google Shape;334;p68"/>
          <p:cNvSpPr txBox="1">
            <a:spLocks noGrp="1"/>
          </p:cNvSpPr>
          <p:nvPr>
            <p:ph type="body" idx="3"/>
          </p:nvPr>
        </p:nvSpPr>
        <p:spPr>
          <a:xfrm>
            <a:off x="609600"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5" name="Google Shape;335;p68"/>
          <p:cNvSpPr>
            <a:spLocks noGrp="1"/>
          </p:cNvSpPr>
          <p:nvPr>
            <p:ph type="pic" idx="4"/>
          </p:nvPr>
        </p:nvSpPr>
        <p:spPr>
          <a:xfrm>
            <a:off x="609600"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36" name="Google Shape;336;p68"/>
          <p:cNvSpPr txBox="1">
            <a:spLocks noGrp="1"/>
          </p:cNvSpPr>
          <p:nvPr>
            <p:ph type="body" idx="5"/>
          </p:nvPr>
        </p:nvSpPr>
        <p:spPr>
          <a:xfrm>
            <a:off x="3409908" y="3668883"/>
            <a:ext cx="2572407" cy="289310"/>
          </a:xfrm>
          <a:prstGeom prst="rect">
            <a:avLst/>
          </a:prstGeom>
          <a:noFill/>
          <a:ln>
            <a:noFill/>
          </a:ln>
        </p:spPr>
        <p:txBody>
          <a:bodyPr spcFirstLastPara="1" wrap="square" lIns="0" tIns="45700" rIns="0" bIns="45700" anchor="t" anchorCtr="0">
            <a:noAutofit/>
          </a:bodyPr>
          <a:lstStyle>
            <a:lvl1pPr marL="457200" marR="0" lvl="0" indent="-228600" algn="ctr">
              <a:lnSpc>
                <a:spcPct val="90000"/>
              </a:lnSpc>
              <a:spcBef>
                <a:spcPts val="0"/>
              </a:spcBef>
              <a:spcAft>
                <a:spcPts val="0"/>
              </a:spcAft>
              <a:buClr>
                <a:schemeClr val="accent1"/>
              </a:buClr>
              <a:buSzPts val="933"/>
              <a:buFont typeface="Arial"/>
              <a:buNone/>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68"/>
          <p:cNvSpPr txBox="1">
            <a:spLocks noGrp="1"/>
          </p:cNvSpPr>
          <p:nvPr>
            <p:ph type="body" idx="6"/>
          </p:nvPr>
        </p:nvSpPr>
        <p:spPr>
          <a:xfrm>
            <a:off x="3409908"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8" name="Google Shape;338;p68"/>
          <p:cNvSpPr>
            <a:spLocks noGrp="1"/>
          </p:cNvSpPr>
          <p:nvPr>
            <p:ph type="pic" idx="7"/>
          </p:nvPr>
        </p:nvSpPr>
        <p:spPr>
          <a:xfrm>
            <a:off x="3409696"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39" name="Google Shape;339;p68"/>
          <p:cNvSpPr txBox="1">
            <a:spLocks noGrp="1"/>
          </p:cNvSpPr>
          <p:nvPr>
            <p:ph type="body" idx="8"/>
          </p:nvPr>
        </p:nvSpPr>
        <p:spPr>
          <a:xfrm>
            <a:off x="6209616" y="3668883"/>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0" name="Google Shape;340;p68"/>
          <p:cNvSpPr txBox="1">
            <a:spLocks noGrp="1"/>
          </p:cNvSpPr>
          <p:nvPr>
            <p:ph type="body" idx="9"/>
          </p:nvPr>
        </p:nvSpPr>
        <p:spPr>
          <a:xfrm>
            <a:off x="6209616" y="3460490"/>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1" name="Google Shape;341;p68"/>
          <p:cNvSpPr>
            <a:spLocks noGrp="1"/>
          </p:cNvSpPr>
          <p:nvPr>
            <p:ph type="pic" idx="13"/>
          </p:nvPr>
        </p:nvSpPr>
        <p:spPr>
          <a:xfrm>
            <a:off x="6209792"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42" name="Google Shape;342;p68"/>
          <p:cNvSpPr txBox="1">
            <a:spLocks noGrp="1"/>
          </p:cNvSpPr>
          <p:nvPr>
            <p:ph type="body" idx="14"/>
          </p:nvPr>
        </p:nvSpPr>
        <p:spPr>
          <a:xfrm>
            <a:off x="9009784" y="3668883"/>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3" name="Google Shape;343;p68"/>
          <p:cNvSpPr txBox="1">
            <a:spLocks noGrp="1"/>
          </p:cNvSpPr>
          <p:nvPr>
            <p:ph type="body" idx="15"/>
          </p:nvPr>
        </p:nvSpPr>
        <p:spPr>
          <a:xfrm>
            <a:off x="9009784" y="3460490"/>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4" name="Google Shape;344;p68"/>
          <p:cNvSpPr>
            <a:spLocks noGrp="1"/>
          </p:cNvSpPr>
          <p:nvPr>
            <p:ph type="pic" idx="16"/>
          </p:nvPr>
        </p:nvSpPr>
        <p:spPr>
          <a:xfrm>
            <a:off x="9009888"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45" name="Google Shape;345;p68"/>
          <p:cNvSpPr txBox="1">
            <a:spLocks noGrp="1"/>
          </p:cNvSpPr>
          <p:nvPr>
            <p:ph type="body" idx="17"/>
          </p:nvPr>
        </p:nvSpPr>
        <p:spPr>
          <a:xfrm>
            <a:off x="2009648"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6" name="Google Shape;346;p68"/>
          <p:cNvSpPr txBox="1">
            <a:spLocks noGrp="1"/>
          </p:cNvSpPr>
          <p:nvPr>
            <p:ph type="body" idx="18"/>
          </p:nvPr>
        </p:nvSpPr>
        <p:spPr>
          <a:xfrm>
            <a:off x="2009648"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7" name="Google Shape;347;p68"/>
          <p:cNvSpPr>
            <a:spLocks noGrp="1"/>
          </p:cNvSpPr>
          <p:nvPr>
            <p:ph type="pic" idx="19"/>
          </p:nvPr>
        </p:nvSpPr>
        <p:spPr>
          <a:xfrm>
            <a:off x="2009648"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48" name="Google Shape;348;p68"/>
          <p:cNvSpPr txBox="1">
            <a:spLocks noGrp="1"/>
          </p:cNvSpPr>
          <p:nvPr>
            <p:ph type="body" idx="20"/>
          </p:nvPr>
        </p:nvSpPr>
        <p:spPr>
          <a:xfrm>
            <a:off x="4809744"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9" name="Google Shape;349;p68"/>
          <p:cNvSpPr txBox="1">
            <a:spLocks noGrp="1"/>
          </p:cNvSpPr>
          <p:nvPr>
            <p:ph type="body" idx="21"/>
          </p:nvPr>
        </p:nvSpPr>
        <p:spPr>
          <a:xfrm>
            <a:off x="4809744"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0" name="Google Shape;350;p68"/>
          <p:cNvSpPr>
            <a:spLocks noGrp="1"/>
          </p:cNvSpPr>
          <p:nvPr>
            <p:ph type="pic" idx="22"/>
          </p:nvPr>
        </p:nvSpPr>
        <p:spPr>
          <a:xfrm>
            <a:off x="4809744"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51" name="Google Shape;351;p68"/>
          <p:cNvSpPr txBox="1">
            <a:spLocks noGrp="1"/>
          </p:cNvSpPr>
          <p:nvPr>
            <p:ph type="body" idx="23"/>
          </p:nvPr>
        </p:nvSpPr>
        <p:spPr>
          <a:xfrm>
            <a:off x="7609840"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2" name="Google Shape;352;p68"/>
          <p:cNvSpPr txBox="1">
            <a:spLocks noGrp="1"/>
          </p:cNvSpPr>
          <p:nvPr>
            <p:ph type="body" idx="24"/>
          </p:nvPr>
        </p:nvSpPr>
        <p:spPr>
          <a:xfrm>
            <a:off x="7609840"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3" name="Google Shape;353;p68"/>
          <p:cNvSpPr>
            <a:spLocks noGrp="1"/>
          </p:cNvSpPr>
          <p:nvPr>
            <p:ph type="pic" idx="25"/>
          </p:nvPr>
        </p:nvSpPr>
        <p:spPr>
          <a:xfrm>
            <a:off x="7609840"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354"/>
        <p:cNvGrpSpPr/>
        <p:nvPr/>
      </p:nvGrpSpPr>
      <p:grpSpPr>
        <a:xfrm>
          <a:off x="0" y="0"/>
          <a:ext cx="0" cy="0"/>
          <a:chOff x="0" y="0"/>
          <a:chExt cx="0" cy="0"/>
        </a:xfrm>
      </p:grpSpPr>
      <p:sp>
        <p:nvSpPr>
          <p:cNvPr id="355" name="Google Shape;355;p69"/>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6" name="Google Shape;356;p69"/>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57" name="Google Shape;357;p69"/>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8" name="Google Shape;358;p69"/>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9" name="Google Shape;359;p69"/>
          <p:cNvSpPr txBox="1">
            <a:spLocks noGrp="1"/>
          </p:cNvSpPr>
          <p:nvPr>
            <p:ph type="body" idx="2"/>
          </p:nvPr>
        </p:nvSpPr>
        <p:spPr>
          <a:xfrm>
            <a:off x="609600"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69"/>
          <p:cNvSpPr txBox="1">
            <a:spLocks noGrp="1"/>
          </p:cNvSpPr>
          <p:nvPr>
            <p:ph type="body" idx="3"/>
          </p:nvPr>
        </p:nvSpPr>
        <p:spPr>
          <a:xfrm>
            <a:off x="609600"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1" name="Google Shape;361;p69"/>
          <p:cNvSpPr>
            <a:spLocks noGrp="1"/>
          </p:cNvSpPr>
          <p:nvPr>
            <p:ph type="pic" idx="4"/>
          </p:nvPr>
        </p:nvSpPr>
        <p:spPr>
          <a:xfrm>
            <a:off x="609600"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62" name="Google Shape;362;p69"/>
          <p:cNvSpPr txBox="1">
            <a:spLocks noGrp="1"/>
          </p:cNvSpPr>
          <p:nvPr>
            <p:ph type="body" idx="5"/>
          </p:nvPr>
        </p:nvSpPr>
        <p:spPr>
          <a:xfrm>
            <a:off x="3409908" y="3668883"/>
            <a:ext cx="2572407"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3" name="Google Shape;363;p69"/>
          <p:cNvSpPr txBox="1">
            <a:spLocks noGrp="1"/>
          </p:cNvSpPr>
          <p:nvPr>
            <p:ph type="body" idx="6"/>
          </p:nvPr>
        </p:nvSpPr>
        <p:spPr>
          <a:xfrm>
            <a:off x="3409908" y="3460490"/>
            <a:ext cx="2572407"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4" name="Google Shape;364;p69"/>
          <p:cNvSpPr>
            <a:spLocks noGrp="1"/>
          </p:cNvSpPr>
          <p:nvPr>
            <p:ph type="pic" idx="7"/>
          </p:nvPr>
        </p:nvSpPr>
        <p:spPr>
          <a:xfrm>
            <a:off x="3409696"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65" name="Google Shape;365;p69"/>
          <p:cNvSpPr txBox="1">
            <a:spLocks noGrp="1"/>
          </p:cNvSpPr>
          <p:nvPr>
            <p:ph type="body" idx="8"/>
          </p:nvPr>
        </p:nvSpPr>
        <p:spPr>
          <a:xfrm>
            <a:off x="6209616" y="3668883"/>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6" name="Google Shape;366;p69"/>
          <p:cNvSpPr txBox="1">
            <a:spLocks noGrp="1"/>
          </p:cNvSpPr>
          <p:nvPr>
            <p:ph type="body" idx="9"/>
          </p:nvPr>
        </p:nvSpPr>
        <p:spPr>
          <a:xfrm>
            <a:off x="6209616" y="3460490"/>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7" name="Google Shape;367;p69"/>
          <p:cNvSpPr>
            <a:spLocks noGrp="1"/>
          </p:cNvSpPr>
          <p:nvPr>
            <p:ph type="pic" idx="13"/>
          </p:nvPr>
        </p:nvSpPr>
        <p:spPr>
          <a:xfrm>
            <a:off x="6209792"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68" name="Google Shape;368;p69"/>
          <p:cNvSpPr txBox="1">
            <a:spLocks noGrp="1"/>
          </p:cNvSpPr>
          <p:nvPr>
            <p:ph type="body" idx="14"/>
          </p:nvPr>
        </p:nvSpPr>
        <p:spPr>
          <a:xfrm>
            <a:off x="9009784" y="3668883"/>
            <a:ext cx="2572723"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9" name="Google Shape;369;p69"/>
          <p:cNvSpPr txBox="1">
            <a:spLocks noGrp="1"/>
          </p:cNvSpPr>
          <p:nvPr>
            <p:ph type="body" idx="15"/>
          </p:nvPr>
        </p:nvSpPr>
        <p:spPr>
          <a:xfrm>
            <a:off x="9009784" y="3460490"/>
            <a:ext cx="2572723"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0" name="Google Shape;370;p69"/>
          <p:cNvSpPr>
            <a:spLocks noGrp="1"/>
          </p:cNvSpPr>
          <p:nvPr>
            <p:ph type="pic" idx="16"/>
          </p:nvPr>
        </p:nvSpPr>
        <p:spPr>
          <a:xfrm>
            <a:off x="9009888" y="1935480"/>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71" name="Google Shape;371;p69"/>
          <p:cNvSpPr txBox="1">
            <a:spLocks noGrp="1"/>
          </p:cNvSpPr>
          <p:nvPr>
            <p:ph type="body" idx="17"/>
          </p:nvPr>
        </p:nvSpPr>
        <p:spPr>
          <a:xfrm>
            <a:off x="609388"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2" name="Google Shape;372;p69"/>
          <p:cNvSpPr txBox="1">
            <a:spLocks noGrp="1"/>
          </p:cNvSpPr>
          <p:nvPr>
            <p:ph type="body" idx="18"/>
          </p:nvPr>
        </p:nvSpPr>
        <p:spPr>
          <a:xfrm>
            <a:off x="609388"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3" name="Google Shape;373;p69"/>
          <p:cNvSpPr>
            <a:spLocks noGrp="1"/>
          </p:cNvSpPr>
          <p:nvPr>
            <p:ph type="pic" idx="19"/>
          </p:nvPr>
        </p:nvSpPr>
        <p:spPr>
          <a:xfrm>
            <a:off x="609388"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74" name="Google Shape;374;p69"/>
          <p:cNvSpPr txBox="1">
            <a:spLocks noGrp="1"/>
          </p:cNvSpPr>
          <p:nvPr>
            <p:ph type="body" idx="20"/>
          </p:nvPr>
        </p:nvSpPr>
        <p:spPr>
          <a:xfrm>
            <a:off x="3409555"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5" name="Google Shape;375;p69"/>
          <p:cNvSpPr txBox="1">
            <a:spLocks noGrp="1"/>
          </p:cNvSpPr>
          <p:nvPr>
            <p:ph type="body" idx="21"/>
          </p:nvPr>
        </p:nvSpPr>
        <p:spPr>
          <a:xfrm>
            <a:off x="3409555"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6" name="Google Shape;376;p69"/>
          <p:cNvSpPr>
            <a:spLocks noGrp="1"/>
          </p:cNvSpPr>
          <p:nvPr>
            <p:ph type="pic" idx="22"/>
          </p:nvPr>
        </p:nvSpPr>
        <p:spPr>
          <a:xfrm>
            <a:off x="3409555"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77" name="Google Shape;377;p69"/>
          <p:cNvSpPr txBox="1">
            <a:spLocks noGrp="1"/>
          </p:cNvSpPr>
          <p:nvPr>
            <p:ph type="body" idx="23"/>
          </p:nvPr>
        </p:nvSpPr>
        <p:spPr>
          <a:xfrm>
            <a:off x="6209721" y="5783358"/>
            <a:ext cx="2572619"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8" name="Google Shape;378;p69"/>
          <p:cNvSpPr txBox="1">
            <a:spLocks noGrp="1"/>
          </p:cNvSpPr>
          <p:nvPr>
            <p:ph type="body" idx="24"/>
          </p:nvPr>
        </p:nvSpPr>
        <p:spPr>
          <a:xfrm>
            <a:off x="6209721" y="5574679"/>
            <a:ext cx="2572619"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9" name="Google Shape;379;p69"/>
          <p:cNvSpPr>
            <a:spLocks noGrp="1"/>
          </p:cNvSpPr>
          <p:nvPr>
            <p:ph type="pic" idx="25"/>
          </p:nvPr>
        </p:nvSpPr>
        <p:spPr>
          <a:xfrm>
            <a:off x="6209722"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
        <p:nvSpPr>
          <p:cNvPr id="380" name="Google Shape;380;p69"/>
          <p:cNvSpPr txBox="1">
            <a:spLocks noGrp="1"/>
          </p:cNvSpPr>
          <p:nvPr>
            <p:ph type="body" idx="26"/>
          </p:nvPr>
        </p:nvSpPr>
        <p:spPr>
          <a:xfrm>
            <a:off x="9009888" y="5783358"/>
            <a:ext cx="2572724"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1" name="Google Shape;381;p69"/>
          <p:cNvSpPr txBox="1">
            <a:spLocks noGrp="1"/>
          </p:cNvSpPr>
          <p:nvPr>
            <p:ph type="body" idx="27"/>
          </p:nvPr>
        </p:nvSpPr>
        <p:spPr>
          <a:xfrm>
            <a:off x="9009888" y="5574679"/>
            <a:ext cx="2572724"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2" name="Google Shape;382;p69"/>
          <p:cNvSpPr>
            <a:spLocks noGrp="1"/>
          </p:cNvSpPr>
          <p:nvPr>
            <p:ph type="pic" idx="28"/>
          </p:nvPr>
        </p:nvSpPr>
        <p:spPr>
          <a:xfrm>
            <a:off x="9009888" y="4049895"/>
            <a:ext cx="2572619" cy="1447098"/>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9-up Image">
  <p:cSld name="9-up Image">
    <p:spTree>
      <p:nvGrpSpPr>
        <p:cNvPr id="1" name="Shape 383"/>
        <p:cNvGrpSpPr/>
        <p:nvPr/>
      </p:nvGrpSpPr>
      <p:grpSpPr>
        <a:xfrm>
          <a:off x="0" y="0"/>
          <a:ext cx="0" cy="0"/>
          <a:chOff x="0" y="0"/>
          <a:chExt cx="0" cy="0"/>
        </a:xfrm>
      </p:grpSpPr>
      <p:sp>
        <p:nvSpPr>
          <p:cNvPr id="384" name="Google Shape;384;p70"/>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5" name="Google Shape;385;p70"/>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86" name="Google Shape;386;p70"/>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7" name="Google Shape;387;p70"/>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8" name="Google Shape;388;p70"/>
          <p:cNvSpPr txBox="1">
            <a:spLocks noGrp="1"/>
          </p:cNvSpPr>
          <p:nvPr>
            <p:ph type="body" idx="2"/>
          </p:nvPr>
        </p:nvSpPr>
        <p:spPr>
          <a:xfrm>
            <a:off x="60960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9" name="Google Shape;389;p70"/>
          <p:cNvSpPr txBox="1">
            <a:spLocks noGrp="1"/>
          </p:cNvSpPr>
          <p:nvPr>
            <p:ph type="body" idx="3"/>
          </p:nvPr>
        </p:nvSpPr>
        <p:spPr>
          <a:xfrm>
            <a:off x="60960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0" name="Google Shape;390;p70"/>
          <p:cNvSpPr>
            <a:spLocks noGrp="1"/>
          </p:cNvSpPr>
          <p:nvPr>
            <p:ph type="pic" idx="4"/>
          </p:nvPr>
        </p:nvSpPr>
        <p:spPr>
          <a:xfrm>
            <a:off x="60960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391" name="Google Shape;391;p70"/>
          <p:cNvSpPr txBox="1">
            <a:spLocks noGrp="1"/>
          </p:cNvSpPr>
          <p:nvPr>
            <p:ph type="body" idx="5"/>
          </p:nvPr>
        </p:nvSpPr>
        <p:spPr>
          <a:xfrm>
            <a:off x="2849668"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2" name="Google Shape;392;p70"/>
          <p:cNvSpPr txBox="1">
            <a:spLocks noGrp="1"/>
          </p:cNvSpPr>
          <p:nvPr>
            <p:ph type="body" idx="6"/>
          </p:nvPr>
        </p:nvSpPr>
        <p:spPr>
          <a:xfrm>
            <a:off x="2849668"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3" name="Google Shape;393;p70"/>
          <p:cNvSpPr>
            <a:spLocks noGrp="1"/>
          </p:cNvSpPr>
          <p:nvPr>
            <p:ph type="pic" idx="7"/>
          </p:nvPr>
        </p:nvSpPr>
        <p:spPr>
          <a:xfrm>
            <a:off x="284988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394" name="Google Shape;394;p70"/>
          <p:cNvSpPr txBox="1">
            <a:spLocks noGrp="1"/>
          </p:cNvSpPr>
          <p:nvPr>
            <p:ph type="body" idx="8"/>
          </p:nvPr>
        </p:nvSpPr>
        <p:spPr>
          <a:xfrm>
            <a:off x="509016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5" name="Google Shape;395;p70"/>
          <p:cNvSpPr txBox="1">
            <a:spLocks noGrp="1"/>
          </p:cNvSpPr>
          <p:nvPr>
            <p:ph type="body" idx="9"/>
          </p:nvPr>
        </p:nvSpPr>
        <p:spPr>
          <a:xfrm>
            <a:off x="509016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6" name="Google Shape;396;p70"/>
          <p:cNvSpPr>
            <a:spLocks noGrp="1"/>
          </p:cNvSpPr>
          <p:nvPr>
            <p:ph type="pic" idx="13"/>
          </p:nvPr>
        </p:nvSpPr>
        <p:spPr>
          <a:xfrm>
            <a:off x="5090159"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397" name="Google Shape;397;p70"/>
          <p:cNvSpPr txBox="1">
            <a:spLocks noGrp="1"/>
          </p:cNvSpPr>
          <p:nvPr>
            <p:ph type="body" idx="14"/>
          </p:nvPr>
        </p:nvSpPr>
        <p:spPr>
          <a:xfrm>
            <a:off x="7330229"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8" name="Google Shape;398;p70"/>
          <p:cNvSpPr txBox="1">
            <a:spLocks noGrp="1"/>
          </p:cNvSpPr>
          <p:nvPr>
            <p:ph type="body" idx="15"/>
          </p:nvPr>
        </p:nvSpPr>
        <p:spPr>
          <a:xfrm>
            <a:off x="7330229"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9" name="Google Shape;399;p70"/>
          <p:cNvSpPr>
            <a:spLocks noGrp="1"/>
          </p:cNvSpPr>
          <p:nvPr>
            <p:ph type="pic" idx="16"/>
          </p:nvPr>
        </p:nvSpPr>
        <p:spPr>
          <a:xfrm>
            <a:off x="7330439"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00" name="Google Shape;400;p70"/>
          <p:cNvSpPr txBox="1">
            <a:spLocks noGrp="1"/>
          </p:cNvSpPr>
          <p:nvPr>
            <p:ph type="body" idx="17"/>
          </p:nvPr>
        </p:nvSpPr>
        <p:spPr>
          <a:xfrm>
            <a:off x="957072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1" name="Google Shape;401;p70"/>
          <p:cNvSpPr txBox="1">
            <a:spLocks noGrp="1"/>
          </p:cNvSpPr>
          <p:nvPr>
            <p:ph type="body" idx="18"/>
          </p:nvPr>
        </p:nvSpPr>
        <p:spPr>
          <a:xfrm>
            <a:off x="957072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2" name="Google Shape;402;p70"/>
          <p:cNvSpPr>
            <a:spLocks noGrp="1"/>
          </p:cNvSpPr>
          <p:nvPr>
            <p:ph type="pic" idx="19"/>
          </p:nvPr>
        </p:nvSpPr>
        <p:spPr>
          <a:xfrm>
            <a:off x="957072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03" name="Google Shape;403;p70"/>
          <p:cNvSpPr txBox="1">
            <a:spLocks noGrp="1"/>
          </p:cNvSpPr>
          <p:nvPr>
            <p:ph type="body" idx="20"/>
          </p:nvPr>
        </p:nvSpPr>
        <p:spPr>
          <a:xfrm>
            <a:off x="1729634"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4" name="Google Shape;404;p70"/>
          <p:cNvSpPr txBox="1">
            <a:spLocks noGrp="1"/>
          </p:cNvSpPr>
          <p:nvPr>
            <p:ph type="body" idx="21"/>
          </p:nvPr>
        </p:nvSpPr>
        <p:spPr>
          <a:xfrm>
            <a:off x="1729634"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5" name="Google Shape;405;p70"/>
          <p:cNvSpPr>
            <a:spLocks noGrp="1"/>
          </p:cNvSpPr>
          <p:nvPr>
            <p:ph type="pic" idx="22"/>
          </p:nvPr>
        </p:nvSpPr>
        <p:spPr>
          <a:xfrm>
            <a:off x="172974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06" name="Google Shape;406;p70"/>
          <p:cNvSpPr txBox="1">
            <a:spLocks noGrp="1"/>
          </p:cNvSpPr>
          <p:nvPr>
            <p:ph type="body" idx="23"/>
          </p:nvPr>
        </p:nvSpPr>
        <p:spPr>
          <a:xfrm>
            <a:off x="3969914"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7" name="Google Shape;407;p70"/>
          <p:cNvSpPr txBox="1">
            <a:spLocks noGrp="1"/>
          </p:cNvSpPr>
          <p:nvPr>
            <p:ph type="body" idx="24"/>
          </p:nvPr>
        </p:nvSpPr>
        <p:spPr>
          <a:xfrm>
            <a:off x="3969914"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8" name="Google Shape;408;p70"/>
          <p:cNvSpPr>
            <a:spLocks noGrp="1"/>
          </p:cNvSpPr>
          <p:nvPr>
            <p:ph type="pic" idx="25"/>
          </p:nvPr>
        </p:nvSpPr>
        <p:spPr>
          <a:xfrm>
            <a:off x="397002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09" name="Google Shape;409;p70"/>
          <p:cNvSpPr txBox="1">
            <a:spLocks noGrp="1"/>
          </p:cNvSpPr>
          <p:nvPr>
            <p:ph type="body" idx="26"/>
          </p:nvPr>
        </p:nvSpPr>
        <p:spPr>
          <a:xfrm>
            <a:off x="6210193"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0" name="Google Shape;410;p70"/>
          <p:cNvSpPr txBox="1">
            <a:spLocks noGrp="1"/>
          </p:cNvSpPr>
          <p:nvPr>
            <p:ph type="body" idx="27"/>
          </p:nvPr>
        </p:nvSpPr>
        <p:spPr>
          <a:xfrm>
            <a:off x="6210193"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1" name="Google Shape;411;p70"/>
          <p:cNvSpPr>
            <a:spLocks noGrp="1"/>
          </p:cNvSpPr>
          <p:nvPr>
            <p:ph type="pic" idx="28"/>
          </p:nvPr>
        </p:nvSpPr>
        <p:spPr>
          <a:xfrm>
            <a:off x="621030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12" name="Google Shape;412;p70"/>
          <p:cNvSpPr txBox="1">
            <a:spLocks noGrp="1"/>
          </p:cNvSpPr>
          <p:nvPr>
            <p:ph type="body" idx="29"/>
          </p:nvPr>
        </p:nvSpPr>
        <p:spPr>
          <a:xfrm>
            <a:off x="8450473"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3" name="Google Shape;413;p70"/>
          <p:cNvSpPr txBox="1">
            <a:spLocks noGrp="1"/>
          </p:cNvSpPr>
          <p:nvPr>
            <p:ph type="body" idx="30"/>
          </p:nvPr>
        </p:nvSpPr>
        <p:spPr>
          <a:xfrm>
            <a:off x="8450473"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4" name="Google Shape;414;p70"/>
          <p:cNvSpPr>
            <a:spLocks noGrp="1"/>
          </p:cNvSpPr>
          <p:nvPr>
            <p:ph type="pic" idx="31"/>
          </p:nvPr>
        </p:nvSpPr>
        <p:spPr>
          <a:xfrm>
            <a:off x="845058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415"/>
        <p:cNvGrpSpPr/>
        <p:nvPr/>
      </p:nvGrpSpPr>
      <p:grpSpPr>
        <a:xfrm>
          <a:off x="0" y="0"/>
          <a:ext cx="0" cy="0"/>
          <a:chOff x="0" y="0"/>
          <a:chExt cx="0" cy="0"/>
        </a:xfrm>
      </p:grpSpPr>
      <p:sp>
        <p:nvSpPr>
          <p:cNvPr id="416" name="Google Shape;416;p71"/>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7" name="Google Shape;417;p71"/>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18" name="Google Shape;418;p71"/>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9" name="Google Shape;419;p71"/>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0" name="Google Shape;420;p71"/>
          <p:cNvSpPr txBox="1">
            <a:spLocks noGrp="1"/>
          </p:cNvSpPr>
          <p:nvPr>
            <p:ph type="body" idx="2"/>
          </p:nvPr>
        </p:nvSpPr>
        <p:spPr>
          <a:xfrm>
            <a:off x="60960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1" name="Google Shape;421;p71"/>
          <p:cNvSpPr txBox="1">
            <a:spLocks noGrp="1"/>
          </p:cNvSpPr>
          <p:nvPr>
            <p:ph type="body" idx="3"/>
          </p:nvPr>
        </p:nvSpPr>
        <p:spPr>
          <a:xfrm>
            <a:off x="60960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2" name="Google Shape;422;p71"/>
          <p:cNvSpPr>
            <a:spLocks noGrp="1"/>
          </p:cNvSpPr>
          <p:nvPr>
            <p:ph type="pic" idx="4"/>
          </p:nvPr>
        </p:nvSpPr>
        <p:spPr>
          <a:xfrm>
            <a:off x="60960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23" name="Google Shape;423;p71"/>
          <p:cNvSpPr txBox="1">
            <a:spLocks noGrp="1"/>
          </p:cNvSpPr>
          <p:nvPr>
            <p:ph type="body" idx="5"/>
          </p:nvPr>
        </p:nvSpPr>
        <p:spPr>
          <a:xfrm>
            <a:off x="2849668"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4" name="Google Shape;424;p71"/>
          <p:cNvSpPr txBox="1">
            <a:spLocks noGrp="1"/>
          </p:cNvSpPr>
          <p:nvPr>
            <p:ph type="body" idx="6"/>
          </p:nvPr>
        </p:nvSpPr>
        <p:spPr>
          <a:xfrm>
            <a:off x="2849668"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5" name="Google Shape;425;p71"/>
          <p:cNvSpPr>
            <a:spLocks noGrp="1"/>
          </p:cNvSpPr>
          <p:nvPr>
            <p:ph type="pic" idx="7"/>
          </p:nvPr>
        </p:nvSpPr>
        <p:spPr>
          <a:xfrm>
            <a:off x="2849668"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26" name="Google Shape;426;p71"/>
          <p:cNvSpPr txBox="1">
            <a:spLocks noGrp="1"/>
          </p:cNvSpPr>
          <p:nvPr>
            <p:ph type="body" idx="8"/>
          </p:nvPr>
        </p:nvSpPr>
        <p:spPr>
          <a:xfrm>
            <a:off x="509016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7" name="Google Shape;427;p71"/>
          <p:cNvSpPr txBox="1">
            <a:spLocks noGrp="1"/>
          </p:cNvSpPr>
          <p:nvPr>
            <p:ph type="body" idx="9"/>
          </p:nvPr>
        </p:nvSpPr>
        <p:spPr>
          <a:xfrm>
            <a:off x="509016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8" name="Google Shape;428;p71"/>
          <p:cNvSpPr>
            <a:spLocks noGrp="1"/>
          </p:cNvSpPr>
          <p:nvPr>
            <p:ph type="pic" idx="13"/>
          </p:nvPr>
        </p:nvSpPr>
        <p:spPr>
          <a:xfrm>
            <a:off x="509016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29" name="Google Shape;429;p71"/>
          <p:cNvSpPr txBox="1">
            <a:spLocks noGrp="1"/>
          </p:cNvSpPr>
          <p:nvPr>
            <p:ph type="body" idx="14"/>
          </p:nvPr>
        </p:nvSpPr>
        <p:spPr>
          <a:xfrm>
            <a:off x="7330229"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0" name="Google Shape;430;p71"/>
          <p:cNvSpPr txBox="1">
            <a:spLocks noGrp="1"/>
          </p:cNvSpPr>
          <p:nvPr>
            <p:ph type="body" idx="15"/>
          </p:nvPr>
        </p:nvSpPr>
        <p:spPr>
          <a:xfrm>
            <a:off x="7330229"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1" name="Google Shape;431;p71"/>
          <p:cNvSpPr>
            <a:spLocks noGrp="1"/>
          </p:cNvSpPr>
          <p:nvPr>
            <p:ph type="pic" idx="16"/>
          </p:nvPr>
        </p:nvSpPr>
        <p:spPr>
          <a:xfrm>
            <a:off x="7330229"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32" name="Google Shape;432;p71"/>
          <p:cNvSpPr txBox="1">
            <a:spLocks noGrp="1"/>
          </p:cNvSpPr>
          <p:nvPr>
            <p:ph type="body" idx="17"/>
          </p:nvPr>
        </p:nvSpPr>
        <p:spPr>
          <a:xfrm>
            <a:off x="9570720" y="3668943"/>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3" name="Google Shape;433;p71"/>
          <p:cNvSpPr txBox="1">
            <a:spLocks noGrp="1"/>
          </p:cNvSpPr>
          <p:nvPr>
            <p:ph type="body" idx="18"/>
          </p:nvPr>
        </p:nvSpPr>
        <p:spPr>
          <a:xfrm>
            <a:off x="9570720" y="3460490"/>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4" name="Google Shape;434;p71"/>
          <p:cNvSpPr>
            <a:spLocks noGrp="1"/>
          </p:cNvSpPr>
          <p:nvPr>
            <p:ph type="pic" idx="19"/>
          </p:nvPr>
        </p:nvSpPr>
        <p:spPr>
          <a:xfrm>
            <a:off x="9570720" y="2251008"/>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35" name="Google Shape;435;p71"/>
          <p:cNvSpPr txBox="1">
            <a:spLocks noGrp="1"/>
          </p:cNvSpPr>
          <p:nvPr>
            <p:ph type="body" idx="20"/>
          </p:nvPr>
        </p:nvSpPr>
        <p:spPr>
          <a:xfrm>
            <a:off x="609600"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6" name="Google Shape;436;p71"/>
          <p:cNvSpPr txBox="1">
            <a:spLocks noGrp="1"/>
          </p:cNvSpPr>
          <p:nvPr>
            <p:ph type="body" idx="21"/>
          </p:nvPr>
        </p:nvSpPr>
        <p:spPr>
          <a:xfrm>
            <a:off x="609600"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7" name="Google Shape;437;p71"/>
          <p:cNvSpPr>
            <a:spLocks noGrp="1"/>
          </p:cNvSpPr>
          <p:nvPr>
            <p:ph type="pic" idx="22"/>
          </p:nvPr>
        </p:nvSpPr>
        <p:spPr>
          <a:xfrm>
            <a:off x="60960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38" name="Google Shape;438;p71"/>
          <p:cNvSpPr txBox="1">
            <a:spLocks noGrp="1"/>
          </p:cNvSpPr>
          <p:nvPr>
            <p:ph type="body" idx="23"/>
          </p:nvPr>
        </p:nvSpPr>
        <p:spPr>
          <a:xfrm>
            <a:off x="2849668"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9" name="Google Shape;439;p71"/>
          <p:cNvSpPr txBox="1">
            <a:spLocks noGrp="1"/>
          </p:cNvSpPr>
          <p:nvPr>
            <p:ph type="body" idx="24"/>
          </p:nvPr>
        </p:nvSpPr>
        <p:spPr>
          <a:xfrm>
            <a:off x="2849668"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0" name="Google Shape;440;p71"/>
          <p:cNvSpPr>
            <a:spLocks noGrp="1"/>
          </p:cNvSpPr>
          <p:nvPr>
            <p:ph type="pic" idx="25"/>
          </p:nvPr>
        </p:nvSpPr>
        <p:spPr>
          <a:xfrm>
            <a:off x="2849668"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41" name="Google Shape;441;p71"/>
          <p:cNvSpPr txBox="1">
            <a:spLocks noGrp="1"/>
          </p:cNvSpPr>
          <p:nvPr>
            <p:ph type="body" idx="26"/>
          </p:nvPr>
        </p:nvSpPr>
        <p:spPr>
          <a:xfrm>
            <a:off x="5090160"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2" name="Google Shape;442;p71"/>
          <p:cNvSpPr txBox="1">
            <a:spLocks noGrp="1"/>
          </p:cNvSpPr>
          <p:nvPr>
            <p:ph type="body" idx="27"/>
          </p:nvPr>
        </p:nvSpPr>
        <p:spPr>
          <a:xfrm>
            <a:off x="5090160"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3" name="Google Shape;443;p71"/>
          <p:cNvSpPr>
            <a:spLocks noGrp="1"/>
          </p:cNvSpPr>
          <p:nvPr>
            <p:ph type="pic" idx="28"/>
          </p:nvPr>
        </p:nvSpPr>
        <p:spPr>
          <a:xfrm>
            <a:off x="5090160"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44" name="Google Shape;444;p71"/>
          <p:cNvSpPr txBox="1">
            <a:spLocks noGrp="1"/>
          </p:cNvSpPr>
          <p:nvPr>
            <p:ph type="body" idx="29"/>
          </p:nvPr>
        </p:nvSpPr>
        <p:spPr>
          <a:xfrm>
            <a:off x="7330229"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5" name="Google Shape;445;p71"/>
          <p:cNvSpPr txBox="1">
            <a:spLocks noGrp="1"/>
          </p:cNvSpPr>
          <p:nvPr>
            <p:ph type="body" idx="30"/>
          </p:nvPr>
        </p:nvSpPr>
        <p:spPr>
          <a:xfrm>
            <a:off x="7330229"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6" name="Google Shape;446;p71"/>
          <p:cNvSpPr>
            <a:spLocks noGrp="1"/>
          </p:cNvSpPr>
          <p:nvPr>
            <p:ph type="pic" idx="31"/>
          </p:nvPr>
        </p:nvSpPr>
        <p:spPr>
          <a:xfrm>
            <a:off x="7330229"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
        <p:nvSpPr>
          <p:cNvPr id="447" name="Google Shape;447;p71"/>
          <p:cNvSpPr txBox="1">
            <a:spLocks noGrp="1"/>
          </p:cNvSpPr>
          <p:nvPr>
            <p:ph type="body" idx="32"/>
          </p:nvPr>
        </p:nvSpPr>
        <p:spPr>
          <a:xfrm>
            <a:off x="9570297" y="5467628"/>
            <a:ext cx="2011892" cy="289310"/>
          </a:xfrm>
          <a:prstGeom prst="rect">
            <a:avLst/>
          </a:prstGeom>
          <a:noFill/>
          <a:ln>
            <a:noFill/>
          </a:ln>
        </p:spPr>
        <p:txBody>
          <a:bodyPr spcFirstLastPara="1" wrap="square" lIns="0" tIns="45700" rIns="0" bIns="45700" anchor="t" anchorCtr="0">
            <a:noAutofit/>
          </a:bodyPr>
          <a:lstStyle>
            <a:lvl1pPr marL="457200" lvl="0" indent="-287846" algn="ctr">
              <a:lnSpc>
                <a:spcPct val="90000"/>
              </a:lnSpc>
              <a:spcBef>
                <a:spcPts val="0"/>
              </a:spcBef>
              <a:spcAft>
                <a:spcPts val="0"/>
              </a:spcAft>
              <a:buSzPts val="933"/>
              <a:buChar char="​"/>
              <a:defRPr sz="933"/>
            </a:lvl1pPr>
            <a:lvl2pPr marL="914400" lvl="1" indent="-287846" algn="ctr">
              <a:lnSpc>
                <a:spcPct val="90000"/>
              </a:lnSpc>
              <a:spcBef>
                <a:spcPts val="533"/>
              </a:spcBef>
              <a:spcAft>
                <a:spcPts val="0"/>
              </a:spcAft>
              <a:buSzPts val="933"/>
              <a:buChar char="•"/>
              <a:defRPr sz="933"/>
            </a:lvl2pPr>
            <a:lvl3pPr marL="1371600" lvl="2" indent="-287846" algn="ctr">
              <a:lnSpc>
                <a:spcPct val="90000"/>
              </a:lnSpc>
              <a:spcBef>
                <a:spcPts val="533"/>
              </a:spcBef>
              <a:spcAft>
                <a:spcPts val="0"/>
              </a:spcAft>
              <a:buSzPts val="933"/>
              <a:buChar char="•"/>
              <a:defRPr sz="933"/>
            </a:lvl3pPr>
            <a:lvl4pPr marL="1828800" lvl="3" indent="-287846" algn="ctr">
              <a:lnSpc>
                <a:spcPct val="90000"/>
              </a:lnSpc>
              <a:spcBef>
                <a:spcPts val="267"/>
              </a:spcBef>
              <a:spcAft>
                <a:spcPts val="0"/>
              </a:spcAft>
              <a:buSzPts val="933"/>
              <a:buChar char="•"/>
              <a:defRPr sz="933"/>
            </a:lvl4pPr>
            <a:lvl5pPr marL="2286000" lvl="4" indent="-287845" algn="ctr">
              <a:lnSpc>
                <a:spcPct val="90000"/>
              </a:lnSpc>
              <a:spcBef>
                <a:spcPts val="267"/>
              </a:spcBef>
              <a:spcAft>
                <a:spcPts val="0"/>
              </a:spcAft>
              <a:buSzPts val="933"/>
              <a:buChar char="•"/>
              <a:defRPr sz="933"/>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8" name="Google Shape;448;p71"/>
          <p:cNvSpPr txBox="1">
            <a:spLocks noGrp="1"/>
          </p:cNvSpPr>
          <p:nvPr>
            <p:ph type="body" idx="33"/>
          </p:nvPr>
        </p:nvSpPr>
        <p:spPr>
          <a:xfrm>
            <a:off x="9570297" y="5259961"/>
            <a:ext cx="2011892" cy="195072"/>
          </a:xfrm>
          <a:prstGeom prst="rect">
            <a:avLst/>
          </a:prstGeom>
          <a:noFill/>
          <a:ln>
            <a:noFill/>
          </a:ln>
        </p:spPr>
        <p:txBody>
          <a:bodyPr spcFirstLastPara="1" wrap="square" lIns="0" tIns="45700" rIns="0" bIns="45700" anchor="t" anchorCtr="0">
            <a:noAutofit/>
          </a:bodyPr>
          <a:lstStyle>
            <a:lvl1pPr marL="457200" lvl="0" indent="-313246" algn="ctr">
              <a:lnSpc>
                <a:spcPct val="90000"/>
              </a:lnSpc>
              <a:spcBef>
                <a:spcPts val="0"/>
              </a:spcBef>
              <a:spcAft>
                <a:spcPts val="0"/>
              </a:spcAft>
              <a:buSzPts val="1333"/>
              <a:buChar char="​"/>
              <a:defRPr sz="1333">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9" name="Google Shape;449;p71"/>
          <p:cNvSpPr>
            <a:spLocks noGrp="1"/>
          </p:cNvSpPr>
          <p:nvPr>
            <p:ph type="pic" idx="34"/>
          </p:nvPr>
        </p:nvSpPr>
        <p:spPr>
          <a:xfrm>
            <a:off x="9570297" y="4049693"/>
            <a:ext cx="2011680" cy="113157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50"/>
        <p:cNvGrpSpPr/>
        <p:nvPr/>
      </p:nvGrpSpPr>
      <p:grpSpPr>
        <a:xfrm>
          <a:off x="0" y="0"/>
          <a:ext cx="0" cy="0"/>
          <a:chOff x="0" y="0"/>
          <a:chExt cx="0" cy="0"/>
        </a:xfrm>
      </p:grpSpPr>
      <p:sp>
        <p:nvSpPr>
          <p:cNvPr id="451" name="Google Shape;451;p72"/>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2" name="Google Shape;452;p72"/>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53" name="Google Shape;453;p72"/>
          <p:cNvSpPr>
            <a:spLocks noGrp="1"/>
          </p:cNvSpPr>
          <p:nvPr>
            <p:ph type="pic" idx="2"/>
          </p:nvPr>
        </p:nvSpPr>
        <p:spPr>
          <a:xfrm>
            <a:off x="6210300" y="4008120"/>
            <a:ext cx="5676900" cy="2240280"/>
          </a:xfrm>
          <a:prstGeom prst="rect">
            <a:avLst/>
          </a:prstGeom>
          <a:solidFill>
            <a:schemeClr val="lt2"/>
          </a:solidFill>
          <a:ln w="9525" cap="flat" cmpd="sng">
            <a:solidFill>
              <a:schemeClr val="accent6"/>
            </a:solidFill>
            <a:prstDash val="solid"/>
            <a:round/>
            <a:headEnd type="none" w="sm" len="sm"/>
            <a:tailEnd type="none" w="sm" len="sm"/>
          </a:ln>
        </p:spPr>
      </p:sp>
      <p:sp>
        <p:nvSpPr>
          <p:cNvPr id="454" name="Google Shape;454;p72"/>
          <p:cNvSpPr>
            <a:spLocks noGrp="1"/>
          </p:cNvSpPr>
          <p:nvPr>
            <p:ph type="pic" idx="3"/>
          </p:nvPr>
        </p:nvSpPr>
        <p:spPr>
          <a:xfrm>
            <a:off x="3831615" y="4419600"/>
            <a:ext cx="2150593"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55" name="Google Shape;455;p72"/>
          <p:cNvSpPr>
            <a:spLocks noGrp="1"/>
          </p:cNvSpPr>
          <p:nvPr>
            <p:ph type="pic" idx="4"/>
          </p:nvPr>
        </p:nvSpPr>
        <p:spPr>
          <a:xfrm>
            <a:off x="304800" y="4419600"/>
            <a:ext cx="3298723"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56" name="Google Shape;456;p72"/>
          <p:cNvSpPr>
            <a:spLocks noGrp="1"/>
          </p:cNvSpPr>
          <p:nvPr>
            <p:ph type="pic" idx="5"/>
          </p:nvPr>
        </p:nvSpPr>
        <p:spPr>
          <a:xfrm>
            <a:off x="2273300" y="2362200"/>
            <a:ext cx="3708400"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57" name="Google Shape;457;p72"/>
          <p:cNvSpPr>
            <a:spLocks noGrp="1"/>
          </p:cNvSpPr>
          <p:nvPr>
            <p:ph type="pic" idx="6"/>
          </p:nvPr>
        </p:nvSpPr>
        <p:spPr>
          <a:xfrm>
            <a:off x="304800" y="2362200"/>
            <a:ext cx="1740408"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58" name="Google Shape;458;p72"/>
          <p:cNvSpPr>
            <a:spLocks noGrp="1"/>
          </p:cNvSpPr>
          <p:nvPr>
            <p:ph type="pic" idx="7"/>
          </p:nvPr>
        </p:nvSpPr>
        <p:spPr>
          <a:xfrm>
            <a:off x="10134600" y="304800"/>
            <a:ext cx="1752600" cy="3474720"/>
          </a:xfrm>
          <a:prstGeom prst="rect">
            <a:avLst/>
          </a:prstGeom>
          <a:solidFill>
            <a:schemeClr val="lt2"/>
          </a:solidFill>
          <a:ln w="9525" cap="flat" cmpd="sng">
            <a:solidFill>
              <a:schemeClr val="accent6"/>
            </a:solidFill>
            <a:prstDash val="solid"/>
            <a:round/>
            <a:headEnd type="none" w="sm" len="sm"/>
            <a:tailEnd type="none" w="sm" len="sm"/>
          </a:ln>
        </p:spPr>
      </p:sp>
      <p:sp>
        <p:nvSpPr>
          <p:cNvPr id="459" name="Google Shape;459;p72"/>
          <p:cNvSpPr>
            <a:spLocks noGrp="1"/>
          </p:cNvSpPr>
          <p:nvPr>
            <p:ph type="pic" idx="8"/>
          </p:nvPr>
        </p:nvSpPr>
        <p:spPr>
          <a:xfrm>
            <a:off x="5457723" y="304800"/>
            <a:ext cx="4460977"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60" name="Google Shape;460;p72"/>
          <p:cNvSpPr>
            <a:spLocks noGrp="1"/>
          </p:cNvSpPr>
          <p:nvPr>
            <p:ph type="pic" idx="9"/>
          </p:nvPr>
        </p:nvSpPr>
        <p:spPr>
          <a:xfrm>
            <a:off x="3296265" y="304800"/>
            <a:ext cx="1932858"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61" name="Google Shape;461;p72"/>
          <p:cNvSpPr>
            <a:spLocks noGrp="1"/>
          </p:cNvSpPr>
          <p:nvPr>
            <p:ph type="pic" idx="13"/>
          </p:nvPr>
        </p:nvSpPr>
        <p:spPr>
          <a:xfrm>
            <a:off x="304800" y="304800"/>
            <a:ext cx="2762865" cy="1828800"/>
          </a:xfrm>
          <a:prstGeom prst="rect">
            <a:avLst/>
          </a:prstGeom>
          <a:solidFill>
            <a:schemeClr val="lt2"/>
          </a:solidFill>
          <a:ln w="9525" cap="flat" cmpd="sng">
            <a:solidFill>
              <a:schemeClr val="accent6"/>
            </a:solidFill>
            <a:prstDash val="solid"/>
            <a:round/>
            <a:headEnd type="none" w="sm" len="sm"/>
            <a:tailEnd type="none" w="sm" len="sm"/>
          </a:ln>
        </p:spPr>
      </p:sp>
      <p:sp>
        <p:nvSpPr>
          <p:cNvPr id="462" name="Google Shape;462;p72"/>
          <p:cNvSpPr txBox="1">
            <a:spLocks noGrp="1"/>
          </p:cNvSpPr>
          <p:nvPr>
            <p:ph type="title"/>
          </p:nvPr>
        </p:nvSpPr>
        <p:spPr>
          <a:xfrm>
            <a:off x="6209792" y="2362200"/>
            <a:ext cx="3708400" cy="1417320"/>
          </a:xfrm>
          <a:prstGeom prst="rect">
            <a:avLst/>
          </a:prstGeom>
          <a:noFill/>
          <a:ln>
            <a:noFill/>
          </a:ln>
        </p:spPr>
        <p:txBody>
          <a:bodyPr spcFirstLastPara="1" wrap="square" lIns="0" tIns="45700" rIns="0" bIns="45700" anchor="ctr" anchorCtr="0">
            <a:noAutofit/>
          </a:bodyPr>
          <a:lstStyle>
            <a:lvl1pPr lvl="0" algn="ctr">
              <a:lnSpc>
                <a:spcPct val="90000"/>
              </a:lnSpc>
              <a:spcBef>
                <a:spcPts val="0"/>
              </a:spcBef>
              <a:spcAft>
                <a:spcPts val="0"/>
              </a:spcAft>
              <a:buClr>
                <a:schemeClr val="dk1"/>
              </a:buClr>
              <a:buSzPts val="1800"/>
              <a:buFont typeface="Arial"/>
              <a:buNone/>
              <a:defRPr sz="1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emo - Image">
  <p:cSld name="Demo - Image">
    <p:spTree>
      <p:nvGrpSpPr>
        <p:cNvPr id="1" name="Shape 463"/>
        <p:cNvGrpSpPr/>
        <p:nvPr/>
      </p:nvGrpSpPr>
      <p:grpSpPr>
        <a:xfrm>
          <a:off x="0" y="0"/>
          <a:ext cx="0" cy="0"/>
          <a:chOff x="0" y="0"/>
          <a:chExt cx="0" cy="0"/>
        </a:xfrm>
      </p:grpSpPr>
      <p:sp>
        <p:nvSpPr>
          <p:cNvPr id="464" name="Google Shape;464;p73"/>
          <p:cNvSpPr>
            <a:spLocks noGrp="1"/>
          </p:cNvSpPr>
          <p:nvPr>
            <p:ph type="pic" idx="2"/>
          </p:nvPr>
        </p:nvSpPr>
        <p:spPr>
          <a:xfrm>
            <a:off x="0" y="0"/>
            <a:ext cx="12192000" cy="6858000"/>
          </a:xfrm>
          <a:prstGeom prst="rect">
            <a:avLst/>
          </a:prstGeom>
          <a:solidFill>
            <a:schemeClr val="lt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emo - Video">
  <p:cSld name="Demo - Video">
    <p:spTree>
      <p:nvGrpSpPr>
        <p:cNvPr id="1" name="Shape 465"/>
        <p:cNvGrpSpPr/>
        <p:nvPr/>
      </p:nvGrpSpPr>
      <p:grpSpPr>
        <a:xfrm>
          <a:off x="0" y="0"/>
          <a:ext cx="0" cy="0"/>
          <a:chOff x="0" y="0"/>
          <a:chExt cx="0" cy="0"/>
        </a:xfrm>
      </p:grpSpPr>
      <p:sp>
        <p:nvSpPr>
          <p:cNvPr id="466" name="Google Shape;466;p74"/>
          <p:cNvSpPr>
            <a:spLocks noGrp="1"/>
          </p:cNvSpPr>
          <p:nvPr>
            <p:ph type="media" idx="2"/>
          </p:nvPr>
        </p:nvSpPr>
        <p:spPr>
          <a:xfrm>
            <a:off x="0" y="0"/>
            <a:ext cx="12192000" cy="6858000"/>
          </a:xfrm>
          <a:prstGeom prst="rect">
            <a:avLst/>
          </a:prstGeom>
          <a:solidFill>
            <a:schemeClr val="lt2"/>
          </a:solidFill>
          <a:ln>
            <a:noFill/>
          </a:ln>
        </p:spPr>
        <p:txBody>
          <a:bodyPr spcFirstLastPara="1" wrap="square" lIns="0" tIns="0" rIns="0" bIns="2103100" anchor="ctr" anchorCtr="0">
            <a:noAutofit/>
          </a:bodyPr>
          <a:lstStyle>
            <a:lvl1pPr marR="0" lvl="0" algn="ctr" rtl="0">
              <a:lnSpc>
                <a:spcPct val="90000"/>
              </a:lnSpc>
              <a:spcBef>
                <a:spcPts val="533"/>
              </a:spcBef>
              <a:spcAft>
                <a:spcPts val="0"/>
              </a:spcAft>
              <a:buClr>
                <a:schemeClr val="accent1"/>
              </a:buClr>
              <a:buSzPts val="933"/>
              <a:buFont typeface="Arial"/>
              <a:buNone/>
              <a:defRPr sz="933" b="0" i="0" u="none" strike="noStrike" cap="none">
                <a:solidFill>
                  <a:srgbClr val="7F7F7F"/>
                </a:solidFill>
                <a:latin typeface="Arial"/>
                <a:ea typeface="Arial"/>
                <a:cs typeface="Arial"/>
                <a:sym typeface="Arial"/>
              </a:defRPr>
            </a:lvl1pPr>
            <a:lvl2pPr marR="0" lvl="1" algn="l" rtl="0">
              <a:lnSpc>
                <a:spcPct val="90000"/>
              </a:lnSpc>
              <a:spcBef>
                <a:spcPts val="533"/>
              </a:spcBef>
              <a:spcAft>
                <a:spcPts val="0"/>
              </a:spcAft>
              <a:buClr>
                <a:schemeClr val="accent1"/>
              </a:buClr>
              <a:buSzPts val="1333"/>
              <a:buFont typeface="Arial"/>
              <a:buChar char="•"/>
              <a:defRPr sz="1333" b="0" i="0" u="none" strike="noStrike" cap="none">
                <a:solidFill>
                  <a:schemeClr val="dk1"/>
                </a:solidFill>
                <a:latin typeface="Arial"/>
                <a:ea typeface="Arial"/>
                <a:cs typeface="Arial"/>
                <a:sym typeface="Arial"/>
              </a:defRPr>
            </a:lvl2pPr>
            <a:lvl3pPr marR="0" lvl="2" algn="l" rtl="0">
              <a:lnSpc>
                <a:spcPct val="90000"/>
              </a:lnSpc>
              <a:spcBef>
                <a:spcPts val="533"/>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0000"/>
              </a:lnSpc>
              <a:spcBef>
                <a:spcPts val="267"/>
              </a:spcBef>
              <a:spcAft>
                <a:spcPts val="0"/>
              </a:spcAft>
              <a:buClr>
                <a:schemeClr val="accent1"/>
              </a:buClr>
              <a:buSzPts val="1067"/>
              <a:buFont typeface="Arial"/>
              <a:buChar char="•"/>
              <a:defRPr sz="1067" b="0" i="0" u="none" strike="noStrike" cap="none">
                <a:solidFill>
                  <a:schemeClr val="dk1"/>
                </a:solidFill>
                <a:latin typeface="Arial"/>
                <a:ea typeface="Arial"/>
                <a:cs typeface="Arial"/>
                <a:sym typeface="Arial"/>
              </a:defRPr>
            </a:lvl4pPr>
            <a:lvl5pPr marR="0" lvl="4" algn="l" rtl="0">
              <a:lnSpc>
                <a:spcPct val="90000"/>
              </a:lnSpc>
              <a:spcBef>
                <a:spcPts val="267"/>
              </a:spcBef>
              <a:spcAft>
                <a:spcPts val="0"/>
              </a:spcAft>
              <a:buClr>
                <a:schemeClr val="accent1"/>
              </a:buClr>
              <a:buSzPts val="933"/>
              <a:buFont typeface="Arial"/>
              <a:buChar char="•"/>
              <a:defRPr sz="933"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Demo - Video, Title, Subtitle">
  <p:cSld name="Demo - Video, Title, Subtitle">
    <p:spTree>
      <p:nvGrpSpPr>
        <p:cNvPr id="1" name="Shape 467"/>
        <p:cNvGrpSpPr/>
        <p:nvPr/>
      </p:nvGrpSpPr>
      <p:grpSpPr>
        <a:xfrm>
          <a:off x="0" y="0"/>
          <a:ext cx="0" cy="0"/>
          <a:chOff x="0" y="0"/>
          <a:chExt cx="0" cy="0"/>
        </a:xfrm>
      </p:grpSpPr>
      <p:sp>
        <p:nvSpPr>
          <p:cNvPr id="468" name="Google Shape;468;p75"/>
          <p:cNvSpPr>
            <a:spLocks noGrp="1"/>
          </p:cNvSpPr>
          <p:nvPr>
            <p:ph type="media" idx="2"/>
          </p:nvPr>
        </p:nvSpPr>
        <p:spPr>
          <a:xfrm>
            <a:off x="1828800" y="1034731"/>
            <a:ext cx="8534400" cy="4800600"/>
          </a:xfrm>
          <a:prstGeom prst="rect">
            <a:avLst/>
          </a:prstGeom>
          <a:solidFill>
            <a:schemeClr val="lt2"/>
          </a:solidFill>
          <a:ln w="9525" cap="flat" cmpd="sng">
            <a:solidFill>
              <a:schemeClr val="accent6"/>
            </a:solidFill>
            <a:prstDash val="solid"/>
            <a:round/>
            <a:headEnd type="none" w="sm" len="sm"/>
            <a:tailEnd type="none" w="sm" len="sm"/>
          </a:ln>
        </p:spPr>
        <p:txBody>
          <a:bodyPr spcFirstLastPara="1" wrap="square" lIns="0" tIns="0" rIns="0" bIns="2103100" anchor="ctr" anchorCtr="0">
            <a:noAutofit/>
          </a:bodyPr>
          <a:lstStyle>
            <a:lvl1pPr marR="0" lvl="0" algn="ctr" rtl="0">
              <a:lnSpc>
                <a:spcPct val="90000"/>
              </a:lnSpc>
              <a:spcBef>
                <a:spcPts val="533"/>
              </a:spcBef>
              <a:spcAft>
                <a:spcPts val="0"/>
              </a:spcAft>
              <a:buClr>
                <a:schemeClr val="accent1"/>
              </a:buClr>
              <a:buSzPts val="933"/>
              <a:buFont typeface="Arial"/>
              <a:buNone/>
              <a:defRPr sz="933" b="0" i="0" u="none" strike="noStrike" cap="none">
                <a:solidFill>
                  <a:srgbClr val="7F7F7F"/>
                </a:solidFill>
                <a:latin typeface="Arial"/>
                <a:ea typeface="Arial"/>
                <a:cs typeface="Arial"/>
                <a:sym typeface="Arial"/>
              </a:defRPr>
            </a:lvl1pPr>
            <a:lvl2pPr marR="0" lvl="1" algn="l" rtl="0">
              <a:lnSpc>
                <a:spcPct val="90000"/>
              </a:lnSpc>
              <a:spcBef>
                <a:spcPts val="533"/>
              </a:spcBef>
              <a:spcAft>
                <a:spcPts val="0"/>
              </a:spcAft>
              <a:buClr>
                <a:schemeClr val="accent1"/>
              </a:buClr>
              <a:buSzPts val="1333"/>
              <a:buFont typeface="Arial"/>
              <a:buChar char="•"/>
              <a:defRPr sz="1333" b="0" i="0" u="none" strike="noStrike" cap="none">
                <a:solidFill>
                  <a:schemeClr val="dk1"/>
                </a:solidFill>
                <a:latin typeface="Arial"/>
                <a:ea typeface="Arial"/>
                <a:cs typeface="Arial"/>
                <a:sym typeface="Arial"/>
              </a:defRPr>
            </a:lvl2pPr>
            <a:lvl3pPr marR="0" lvl="2" algn="l" rtl="0">
              <a:lnSpc>
                <a:spcPct val="90000"/>
              </a:lnSpc>
              <a:spcBef>
                <a:spcPts val="533"/>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3pPr>
            <a:lvl4pPr marR="0" lvl="3" algn="l" rtl="0">
              <a:lnSpc>
                <a:spcPct val="90000"/>
              </a:lnSpc>
              <a:spcBef>
                <a:spcPts val="267"/>
              </a:spcBef>
              <a:spcAft>
                <a:spcPts val="0"/>
              </a:spcAft>
              <a:buClr>
                <a:schemeClr val="accent1"/>
              </a:buClr>
              <a:buSzPts val="1067"/>
              <a:buFont typeface="Arial"/>
              <a:buChar char="•"/>
              <a:defRPr sz="1067" b="0" i="0" u="none" strike="noStrike" cap="none">
                <a:solidFill>
                  <a:schemeClr val="dk1"/>
                </a:solidFill>
                <a:latin typeface="Arial"/>
                <a:ea typeface="Arial"/>
                <a:cs typeface="Arial"/>
                <a:sym typeface="Arial"/>
              </a:defRPr>
            </a:lvl4pPr>
            <a:lvl5pPr marR="0" lvl="4" algn="l" rtl="0">
              <a:lnSpc>
                <a:spcPct val="90000"/>
              </a:lnSpc>
              <a:spcBef>
                <a:spcPts val="267"/>
              </a:spcBef>
              <a:spcAft>
                <a:spcPts val="0"/>
              </a:spcAft>
              <a:buClr>
                <a:schemeClr val="accent1"/>
              </a:buClr>
              <a:buSzPts val="933"/>
              <a:buFont typeface="Arial"/>
              <a:buChar char="•"/>
              <a:defRPr sz="933"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69" name="Google Shape;469;p75"/>
          <p:cNvSpPr txBox="1">
            <a:spLocks noGrp="1"/>
          </p:cNvSpPr>
          <p:nvPr>
            <p:ph type="body" idx="1"/>
          </p:nvPr>
        </p:nvSpPr>
        <p:spPr>
          <a:xfrm>
            <a:off x="609600" y="818147"/>
            <a:ext cx="10972800" cy="208492"/>
          </a:xfrm>
          <a:prstGeom prst="rect">
            <a:avLst/>
          </a:prstGeom>
          <a:noFill/>
          <a:ln>
            <a:noFill/>
          </a:ln>
        </p:spPr>
        <p:txBody>
          <a:bodyPr spcFirstLastPara="1" wrap="square" lIns="0" tIns="45700" rIns="0" bIns="45700" anchor="t" anchorCtr="0">
            <a:noAutofit/>
          </a:bodyPr>
          <a:lstStyle>
            <a:lvl1pPr marL="457200" lvl="0" indent="-296355" algn="ctr">
              <a:lnSpc>
                <a:spcPct val="90000"/>
              </a:lnSpc>
              <a:spcBef>
                <a:spcPts val="0"/>
              </a:spcBef>
              <a:spcAft>
                <a:spcPts val="0"/>
              </a:spcAft>
              <a:buSzPts val="1067"/>
              <a:buChar char="​"/>
              <a:defRPr sz="1067">
                <a:solidFill>
                  <a:schemeClr val="accent6"/>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0" name="Google Shape;470;p75"/>
          <p:cNvSpPr txBox="1">
            <a:spLocks noGrp="1"/>
          </p:cNvSpPr>
          <p:nvPr>
            <p:ph type="title"/>
          </p:nvPr>
        </p:nvSpPr>
        <p:spPr>
          <a:xfrm>
            <a:off x="609600" y="592183"/>
            <a:ext cx="10972800" cy="208547"/>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Clr>
                <a:schemeClr val="dk1"/>
              </a:buClr>
              <a:buSzPts val="1467"/>
              <a:buFont typeface="Arial"/>
              <a:buNone/>
              <a:defRPr sz="1467">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1" name="Google Shape;471;p75"/>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2" name="Google Shape;472;p75"/>
          <p:cNvSpPr txBox="1">
            <a:spLocks noGrp="1"/>
          </p:cNvSpPr>
          <p:nvPr>
            <p:ph type="sldNum" idx="12"/>
          </p:nvPr>
        </p:nvSpPr>
        <p:spPr>
          <a:xfrm>
            <a:off x="304800" y="6477000"/>
            <a:ext cx="213360"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3" name="Google Shape;473;p75"/>
          <p:cNvSpPr txBox="1"/>
          <p:nvPr/>
        </p:nvSpPr>
        <p:spPr>
          <a:xfrm>
            <a:off x="609600" y="6477000"/>
            <a:ext cx="1889760" cy="123111"/>
          </a:xfrm>
          <a:prstGeom prst="rect">
            <a:avLst/>
          </a:prstGeom>
          <a:noFill/>
          <a:ln>
            <a:noFill/>
          </a:ln>
        </p:spPr>
        <p:txBody>
          <a:bodyPr spcFirstLastPara="1" wrap="square" lIns="0" tIns="15225" rIns="0" bIns="15225" anchor="ctr" anchorCtr="0">
            <a:noAutofit/>
          </a:bodyPr>
          <a:lstStyle/>
          <a:p>
            <a:pPr marL="0" marR="0" lvl="0" indent="0" algn="l" rtl="0">
              <a:lnSpc>
                <a:spcPct val="90000"/>
              </a:lnSpc>
              <a:spcBef>
                <a:spcPts val="0"/>
              </a:spcBef>
              <a:spcAft>
                <a:spcPts val="0"/>
              </a:spcAft>
              <a:buNone/>
            </a:pPr>
            <a:r>
              <a:rPr lang="en-US" sz="667">
                <a:solidFill>
                  <a:schemeClr val="dk1"/>
                </a:solidFill>
                <a:latin typeface="Arial"/>
                <a:ea typeface="Arial"/>
                <a:cs typeface="Arial"/>
                <a:sym typeface="Arial"/>
              </a:rPr>
              <a:t>NVIDIA CONFIDENTIAL. DO NOT DISTRIBUTE.</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rogression">
  <p:cSld name="Progression">
    <p:spTree>
      <p:nvGrpSpPr>
        <p:cNvPr id="1" name="Shape 474"/>
        <p:cNvGrpSpPr/>
        <p:nvPr/>
      </p:nvGrpSpPr>
      <p:grpSpPr>
        <a:xfrm>
          <a:off x="0" y="0"/>
          <a:ext cx="0" cy="0"/>
          <a:chOff x="0" y="0"/>
          <a:chExt cx="0" cy="0"/>
        </a:xfrm>
      </p:grpSpPr>
      <p:sp>
        <p:nvSpPr>
          <p:cNvPr id="475" name="Google Shape;475;p76"/>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6" name="Google Shape;476;p76"/>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7" name="Google Shape;477;p76"/>
          <p:cNvSpPr txBox="1">
            <a:spLocks noGrp="1"/>
          </p:cNvSpPr>
          <p:nvPr>
            <p:ph type="body" idx="1"/>
          </p:nvPr>
        </p:nvSpPr>
        <p:spPr>
          <a:xfrm>
            <a:off x="9010650" y="3602736"/>
            <a:ext cx="2571750" cy="261302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8" name="Google Shape;478;p76"/>
          <p:cNvSpPr txBox="1">
            <a:spLocks noGrp="1"/>
          </p:cNvSpPr>
          <p:nvPr>
            <p:ph type="body" idx="2"/>
          </p:nvPr>
        </p:nvSpPr>
        <p:spPr>
          <a:xfrm>
            <a:off x="9010650" y="2904744"/>
            <a:ext cx="257175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76"/>
          <p:cNvSpPr txBox="1">
            <a:spLocks noGrp="1"/>
          </p:cNvSpPr>
          <p:nvPr>
            <p:ph type="body" idx="3"/>
          </p:nvPr>
        </p:nvSpPr>
        <p:spPr>
          <a:xfrm>
            <a:off x="6210300" y="3602736"/>
            <a:ext cx="2571750" cy="261302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0" name="Google Shape;480;p76"/>
          <p:cNvSpPr txBox="1">
            <a:spLocks noGrp="1"/>
          </p:cNvSpPr>
          <p:nvPr>
            <p:ph type="body" idx="4"/>
          </p:nvPr>
        </p:nvSpPr>
        <p:spPr>
          <a:xfrm>
            <a:off x="6210300" y="2904744"/>
            <a:ext cx="257175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1" name="Google Shape;481;p76"/>
          <p:cNvSpPr txBox="1">
            <a:spLocks noGrp="1"/>
          </p:cNvSpPr>
          <p:nvPr>
            <p:ph type="body" idx="5"/>
          </p:nvPr>
        </p:nvSpPr>
        <p:spPr>
          <a:xfrm>
            <a:off x="3409950" y="3602736"/>
            <a:ext cx="2571750" cy="261302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2" name="Google Shape;482;p76"/>
          <p:cNvSpPr txBox="1">
            <a:spLocks noGrp="1"/>
          </p:cNvSpPr>
          <p:nvPr>
            <p:ph type="body" idx="6"/>
          </p:nvPr>
        </p:nvSpPr>
        <p:spPr>
          <a:xfrm>
            <a:off x="3409950" y="2904744"/>
            <a:ext cx="257175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3" name="Google Shape;483;p76"/>
          <p:cNvSpPr txBox="1">
            <a:spLocks noGrp="1"/>
          </p:cNvSpPr>
          <p:nvPr>
            <p:ph type="body" idx="7"/>
          </p:nvPr>
        </p:nvSpPr>
        <p:spPr>
          <a:xfrm>
            <a:off x="609600" y="3602736"/>
            <a:ext cx="2571750" cy="261302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4" name="Google Shape;484;p76"/>
          <p:cNvSpPr txBox="1">
            <a:spLocks noGrp="1"/>
          </p:cNvSpPr>
          <p:nvPr>
            <p:ph type="body" idx="8"/>
          </p:nvPr>
        </p:nvSpPr>
        <p:spPr>
          <a:xfrm>
            <a:off x="609600" y="2904744"/>
            <a:ext cx="257175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10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485" name="Google Shape;485;p76"/>
          <p:cNvCxnSpPr/>
          <p:nvPr/>
        </p:nvCxnSpPr>
        <p:spPr>
          <a:xfrm>
            <a:off x="0" y="3429000"/>
            <a:ext cx="12192000" cy="0"/>
          </a:xfrm>
          <a:prstGeom prst="straightConnector1">
            <a:avLst/>
          </a:prstGeom>
          <a:noFill/>
          <a:ln w="63500" cap="flat" cmpd="sng">
            <a:solidFill>
              <a:schemeClr val="accent1"/>
            </a:solidFill>
            <a:prstDash val="solid"/>
            <a:miter lim="8000"/>
            <a:headEnd type="none" w="sm" len="sm"/>
            <a:tailEnd type="none" w="sm" len="sm"/>
          </a:ln>
        </p:spPr>
      </p:cxnSp>
      <p:sp>
        <p:nvSpPr>
          <p:cNvPr id="486" name="Google Shape;486;p76"/>
          <p:cNvSpPr txBox="1">
            <a:spLocks noGrp="1"/>
          </p:cNvSpPr>
          <p:nvPr>
            <p:ph type="body" idx="9"/>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7" name="Google Shape;487;p76"/>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488"/>
        <p:cNvGrpSpPr/>
        <p:nvPr/>
      </p:nvGrpSpPr>
      <p:grpSpPr>
        <a:xfrm>
          <a:off x="0" y="0"/>
          <a:ext cx="0" cy="0"/>
          <a:chOff x="0" y="0"/>
          <a:chExt cx="0" cy="0"/>
        </a:xfrm>
      </p:grpSpPr>
      <p:sp>
        <p:nvSpPr>
          <p:cNvPr id="489" name="Google Shape;489;p77"/>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0" name="Google Shape;490;p77"/>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91" name="Google Shape;491;p77"/>
          <p:cNvSpPr txBox="1">
            <a:spLocks noGrp="1"/>
          </p:cNvSpPr>
          <p:nvPr>
            <p:ph type="body" idx="1"/>
          </p:nvPr>
        </p:nvSpPr>
        <p:spPr>
          <a:xfrm>
            <a:off x="9570720" y="3602736"/>
            <a:ext cx="2011680" cy="2612136"/>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2" name="Google Shape;492;p77"/>
          <p:cNvSpPr txBox="1">
            <a:spLocks noGrp="1"/>
          </p:cNvSpPr>
          <p:nvPr>
            <p:ph type="body" idx="2"/>
          </p:nvPr>
        </p:nvSpPr>
        <p:spPr>
          <a:xfrm>
            <a:off x="957072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3" name="Google Shape;493;p77"/>
          <p:cNvSpPr txBox="1">
            <a:spLocks noGrp="1"/>
          </p:cNvSpPr>
          <p:nvPr>
            <p:ph type="body" idx="3"/>
          </p:nvPr>
        </p:nvSpPr>
        <p:spPr>
          <a:xfrm>
            <a:off x="957072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4" name="Google Shape;494;p77"/>
          <p:cNvSpPr txBox="1">
            <a:spLocks noGrp="1"/>
          </p:cNvSpPr>
          <p:nvPr>
            <p:ph type="body" idx="4"/>
          </p:nvPr>
        </p:nvSpPr>
        <p:spPr>
          <a:xfrm>
            <a:off x="7330440" y="3602736"/>
            <a:ext cx="2011680" cy="2612136"/>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5" name="Google Shape;495;p77"/>
          <p:cNvSpPr txBox="1">
            <a:spLocks noGrp="1"/>
          </p:cNvSpPr>
          <p:nvPr>
            <p:ph type="body" idx="5"/>
          </p:nvPr>
        </p:nvSpPr>
        <p:spPr>
          <a:xfrm>
            <a:off x="733044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6" name="Google Shape;496;p77"/>
          <p:cNvSpPr txBox="1">
            <a:spLocks noGrp="1"/>
          </p:cNvSpPr>
          <p:nvPr>
            <p:ph type="body" idx="6"/>
          </p:nvPr>
        </p:nvSpPr>
        <p:spPr>
          <a:xfrm>
            <a:off x="733044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7" name="Google Shape;497;p77"/>
          <p:cNvSpPr txBox="1">
            <a:spLocks noGrp="1"/>
          </p:cNvSpPr>
          <p:nvPr>
            <p:ph type="body" idx="7"/>
          </p:nvPr>
        </p:nvSpPr>
        <p:spPr>
          <a:xfrm>
            <a:off x="5090160" y="3602736"/>
            <a:ext cx="2011680" cy="2612136"/>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8" name="Google Shape;498;p77"/>
          <p:cNvSpPr txBox="1">
            <a:spLocks noGrp="1"/>
          </p:cNvSpPr>
          <p:nvPr>
            <p:ph type="body" idx="8"/>
          </p:nvPr>
        </p:nvSpPr>
        <p:spPr>
          <a:xfrm>
            <a:off x="509016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9" name="Google Shape;499;p77"/>
          <p:cNvSpPr txBox="1">
            <a:spLocks noGrp="1"/>
          </p:cNvSpPr>
          <p:nvPr>
            <p:ph type="body" idx="9"/>
          </p:nvPr>
        </p:nvSpPr>
        <p:spPr>
          <a:xfrm>
            <a:off x="509016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0" name="Google Shape;500;p77"/>
          <p:cNvSpPr txBox="1">
            <a:spLocks noGrp="1"/>
          </p:cNvSpPr>
          <p:nvPr>
            <p:ph type="body" idx="13"/>
          </p:nvPr>
        </p:nvSpPr>
        <p:spPr>
          <a:xfrm>
            <a:off x="2849880" y="3602736"/>
            <a:ext cx="2011680" cy="2612136"/>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1" name="Google Shape;501;p77"/>
          <p:cNvSpPr txBox="1">
            <a:spLocks noGrp="1"/>
          </p:cNvSpPr>
          <p:nvPr>
            <p:ph type="body" idx="14"/>
          </p:nvPr>
        </p:nvSpPr>
        <p:spPr>
          <a:xfrm>
            <a:off x="284988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2" name="Google Shape;502;p77"/>
          <p:cNvSpPr txBox="1">
            <a:spLocks noGrp="1"/>
          </p:cNvSpPr>
          <p:nvPr>
            <p:ph type="body" idx="15"/>
          </p:nvPr>
        </p:nvSpPr>
        <p:spPr>
          <a:xfrm>
            <a:off x="284988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3" name="Google Shape;503;p77"/>
          <p:cNvSpPr txBox="1">
            <a:spLocks noGrp="1"/>
          </p:cNvSpPr>
          <p:nvPr>
            <p:ph type="body" idx="16"/>
          </p:nvPr>
        </p:nvSpPr>
        <p:spPr>
          <a:xfrm>
            <a:off x="609600" y="3602736"/>
            <a:ext cx="2011680" cy="2612136"/>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4" name="Google Shape;504;p77"/>
          <p:cNvSpPr txBox="1">
            <a:spLocks noGrp="1"/>
          </p:cNvSpPr>
          <p:nvPr>
            <p:ph type="body" idx="17"/>
          </p:nvPr>
        </p:nvSpPr>
        <p:spPr>
          <a:xfrm>
            <a:off x="60960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5" name="Google Shape;505;p77"/>
          <p:cNvSpPr txBox="1">
            <a:spLocks noGrp="1"/>
          </p:cNvSpPr>
          <p:nvPr>
            <p:ph type="body" idx="18"/>
          </p:nvPr>
        </p:nvSpPr>
        <p:spPr>
          <a:xfrm>
            <a:off x="60960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506" name="Google Shape;506;p77"/>
          <p:cNvCxnSpPr/>
          <p:nvPr/>
        </p:nvCxnSpPr>
        <p:spPr>
          <a:xfrm>
            <a:off x="0" y="3429000"/>
            <a:ext cx="12192000" cy="0"/>
          </a:xfrm>
          <a:prstGeom prst="straightConnector1">
            <a:avLst/>
          </a:prstGeom>
          <a:noFill/>
          <a:ln w="63500" cap="flat" cmpd="sng">
            <a:solidFill>
              <a:schemeClr val="accent1"/>
            </a:solidFill>
            <a:prstDash val="solid"/>
            <a:miter lim="8000"/>
            <a:headEnd type="none" w="sm" len="sm"/>
            <a:tailEnd type="none" w="sm" len="sm"/>
          </a:ln>
        </p:spPr>
      </p:cxnSp>
      <p:sp>
        <p:nvSpPr>
          <p:cNvPr id="507" name="Google Shape;507;p77"/>
          <p:cNvSpPr txBox="1">
            <a:spLocks noGrp="1"/>
          </p:cNvSpPr>
          <p:nvPr>
            <p:ph type="body" idx="19"/>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8" name="Google Shape;508;p77"/>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meline w/ Images">
  <p:cSld name="Timeline w/ Images">
    <p:spTree>
      <p:nvGrpSpPr>
        <p:cNvPr id="1" name="Shape 509"/>
        <p:cNvGrpSpPr/>
        <p:nvPr/>
      </p:nvGrpSpPr>
      <p:grpSpPr>
        <a:xfrm>
          <a:off x="0" y="0"/>
          <a:ext cx="0" cy="0"/>
          <a:chOff x="0" y="0"/>
          <a:chExt cx="0" cy="0"/>
        </a:xfrm>
      </p:grpSpPr>
      <p:sp>
        <p:nvSpPr>
          <p:cNvPr id="510" name="Google Shape;510;p78"/>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1" name="Google Shape;511;p78"/>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12" name="Google Shape;512;p78"/>
          <p:cNvSpPr txBox="1">
            <a:spLocks noGrp="1"/>
          </p:cNvSpPr>
          <p:nvPr>
            <p:ph type="body" idx="1"/>
          </p:nvPr>
        </p:nvSpPr>
        <p:spPr>
          <a:xfrm>
            <a:off x="9570720" y="4741946"/>
            <a:ext cx="2011680" cy="150645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3" name="Google Shape;513;p78"/>
          <p:cNvSpPr>
            <a:spLocks noGrp="1"/>
          </p:cNvSpPr>
          <p:nvPr>
            <p:ph type="pic" idx="2"/>
          </p:nvPr>
        </p:nvSpPr>
        <p:spPr>
          <a:xfrm>
            <a:off x="9677400" y="3578943"/>
            <a:ext cx="1905000" cy="1071562"/>
          </a:xfrm>
          <a:prstGeom prst="rect">
            <a:avLst/>
          </a:prstGeom>
          <a:solidFill>
            <a:schemeClr val="lt2"/>
          </a:solidFill>
          <a:ln w="9525" cap="flat" cmpd="sng">
            <a:solidFill>
              <a:schemeClr val="accent6"/>
            </a:solidFill>
            <a:prstDash val="solid"/>
            <a:round/>
            <a:headEnd type="none" w="sm" len="sm"/>
            <a:tailEnd type="none" w="sm" len="sm"/>
          </a:ln>
        </p:spPr>
      </p:sp>
      <p:sp>
        <p:nvSpPr>
          <p:cNvPr id="514" name="Google Shape;514;p78"/>
          <p:cNvSpPr txBox="1">
            <a:spLocks noGrp="1"/>
          </p:cNvSpPr>
          <p:nvPr>
            <p:ph type="body" idx="3"/>
          </p:nvPr>
        </p:nvSpPr>
        <p:spPr>
          <a:xfrm>
            <a:off x="957072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5" name="Google Shape;515;p78"/>
          <p:cNvSpPr txBox="1">
            <a:spLocks noGrp="1"/>
          </p:cNvSpPr>
          <p:nvPr>
            <p:ph type="body" idx="4"/>
          </p:nvPr>
        </p:nvSpPr>
        <p:spPr>
          <a:xfrm>
            <a:off x="957072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6" name="Google Shape;516;p78"/>
          <p:cNvSpPr txBox="1">
            <a:spLocks noGrp="1"/>
          </p:cNvSpPr>
          <p:nvPr>
            <p:ph type="body" idx="5"/>
          </p:nvPr>
        </p:nvSpPr>
        <p:spPr>
          <a:xfrm>
            <a:off x="7330440" y="4741946"/>
            <a:ext cx="2011680" cy="150645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7" name="Google Shape;517;p78"/>
          <p:cNvSpPr>
            <a:spLocks noGrp="1"/>
          </p:cNvSpPr>
          <p:nvPr>
            <p:ph type="pic" idx="6"/>
          </p:nvPr>
        </p:nvSpPr>
        <p:spPr>
          <a:xfrm>
            <a:off x="7437120" y="3578943"/>
            <a:ext cx="1905000" cy="1071562"/>
          </a:xfrm>
          <a:prstGeom prst="rect">
            <a:avLst/>
          </a:prstGeom>
          <a:solidFill>
            <a:schemeClr val="lt2"/>
          </a:solidFill>
          <a:ln w="9525" cap="flat" cmpd="sng">
            <a:solidFill>
              <a:schemeClr val="accent6"/>
            </a:solidFill>
            <a:prstDash val="solid"/>
            <a:round/>
            <a:headEnd type="none" w="sm" len="sm"/>
            <a:tailEnd type="none" w="sm" len="sm"/>
          </a:ln>
        </p:spPr>
      </p:sp>
      <p:sp>
        <p:nvSpPr>
          <p:cNvPr id="518" name="Google Shape;518;p78"/>
          <p:cNvSpPr txBox="1">
            <a:spLocks noGrp="1"/>
          </p:cNvSpPr>
          <p:nvPr>
            <p:ph type="body" idx="7"/>
          </p:nvPr>
        </p:nvSpPr>
        <p:spPr>
          <a:xfrm>
            <a:off x="733044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9" name="Google Shape;519;p78"/>
          <p:cNvSpPr txBox="1">
            <a:spLocks noGrp="1"/>
          </p:cNvSpPr>
          <p:nvPr>
            <p:ph type="body" idx="8"/>
          </p:nvPr>
        </p:nvSpPr>
        <p:spPr>
          <a:xfrm>
            <a:off x="733044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0" name="Google Shape;520;p78"/>
          <p:cNvSpPr txBox="1">
            <a:spLocks noGrp="1"/>
          </p:cNvSpPr>
          <p:nvPr>
            <p:ph type="body" idx="9"/>
          </p:nvPr>
        </p:nvSpPr>
        <p:spPr>
          <a:xfrm>
            <a:off x="5090160" y="4741946"/>
            <a:ext cx="2011680" cy="150645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1" name="Google Shape;521;p78"/>
          <p:cNvSpPr>
            <a:spLocks noGrp="1"/>
          </p:cNvSpPr>
          <p:nvPr>
            <p:ph type="pic" idx="13"/>
          </p:nvPr>
        </p:nvSpPr>
        <p:spPr>
          <a:xfrm>
            <a:off x="5196840" y="3578943"/>
            <a:ext cx="1905000" cy="1071562"/>
          </a:xfrm>
          <a:prstGeom prst="rect">
            <a:avLst/>
          </a:prstGeom>
          <a:solidFill>
            <a:schemeClr val="lt2"/>
          </a:solidFill>
          <a:ln w="9525" cap="flat" cmpd="sng">
            <a:solidFill>
              <a:schemeClr val="accent6"/>
            </a:solidFill>
            <a:prstDash val="solid"/>
            <a:round/>
            <a:headEnd type="none" w="sm" len="sm"/>
            <a:tailEnd type="none" w="sm" len="sm"/>
          </a:ln>
        </p:spPr>
      </p:sp>
      <p:sp>
        <p:nvSpPr>
          <p:cNvPr id="522" name="Google Shape;522;p78"/>
          <p:cNvSpPr txBox="1">
            <a:spLocks noGrp="1"/>
          </p:cNvSpPr>
          <p:nvPr>
            <p:ph type="body" idx="14"/>
          </p:nvPr>
        </p:nvSpPr>
        <p:spPr>
          <a:xfrm>
            <a:off x="509016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3" name="Google Shape;523;p78"/>
          <p:cNvSpPr txBox="1">
            <a:spLocks noGrp="1"/>
          </p:cNvSpPr>
          <p:nvPr>
            <p:ph type="body" idx="15"/>
          </p:nvPr>
        </p:nvSpPr>
        <p:spPr>
          <a:xfrm>
            <a:off x="509016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4" name="Google Shape;524;p78"/>
          <p:cNvSpPr txBox="1">
            <a:spLocks noGrp="1"/>
          </p:cNvSpPr>
          <p:nvPr>
            <p:ph type="body" idx="16"/>
          </p:nvPr>
        </p:nvSpPr>
        <p:spPr>
          <a:xfrm>
            <a:off x="2849880" y="4741946"/>
            <a:ext cx="2011680" cy="150645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5" name="Google Shape;525;p78"/>
          <p:cNvSpPr>
            <a:spLocks noGrp="1"/>
          </p:cNvSpPr>
          <p:nvPr>
            <p:ph type="pic" idx="17"/>
          </p:nvPr>
        </p:nvSpPr>
        <p:spPr>
          <a:xfrm>
            <a:off x="2956560" y="3578943"/>
            <a:ext cx="1905000" cy="1071562"/>
          </a:xfrm>
          <a:prstGeom prst="rect">
            <a:avLst/>
          </a:prstGeom>
          <a:solidFill>
            <a:schemeClr val="lt2"/>
          </a:solidFill>
          <a:ln w="9525" cap="flat" cmpd="sng">
            <a:solidFill>
              <a:schemeClr val="accent6"/>
            </a:solidFill>
            <a:prstDash val="solid"/>
            <a:round/>
            <a:headEnd type="none" w="sm" len="sm"/>
            <a:tailEnd type="none" w="sm" len="sm"/>
          </a:ln>
        </p:spPr>
      </p:sp>
      <p:sp>
        <p:nvSpPr>
          <p:cNvPr id="526" name="Google Shape;526;p78"/>
          <p:cNvSpPr txBox="1">
            <a:spLocks noGrp="1"/>
          </p:cNvSpPr>
          <p:nvPr>
            <p:ph type="body" idx="18"/>
          </p:nvPr>
        </p:nvSpPr>
        <p:spPr>
          <a:xfrm>
            <a:off x="284988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7" name="Google Shape;527;p78"/>
          <p:cNvSpPr txBox="1">
            <a:spLocks noGrp="1"/>
          </p:cNvSpPr>
          <p:nvPr>
            <p:ph type="body" idx="19"/>
          </p:nvPr>
        </p:nvSpPr>
        <p:spPr>
          <a:xfrm>
            <a:off x="284988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8" name="Google Shape;528;p78"/>
          <p:cNvSpPr txBox="1">
            <a:spLocks noGrp="1"/>
          </p:cNvSpPr>
          <p:nvPr>
            <p:ph type="body" idx="20"/>
          </p:nvPr>
        </p:nvSpPr>
        <p:spPr>
          <a:xfrm>
            <a:off x="609600" y="4741946"/>
            <a:ext cx="2011680" cy="150645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533"/>
              </a:spcBef>
              <a:spcAft>
                <a:spcPts val="0"/>
              </a:spcAft>
              <a:buClr>
                <a:schemeClr val="accent1"/>
              </a:buClr>
              <a:buSzPts val="1067"/>
              <a:buFont typeface="Arial"/>
              <a:buNone/>
              <a:defRPr sz="1067">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9" name="Google Shape;529;p78"/>
          <p:cNvSpPr>
            <a:spLocks noGrp="1"/>
          </p:cNvSpPr>
          <p:nvPr>
            <p:ph type="pic" idx="21"/>
          </p:nvPr>
        </p:nvSpPr>
        <p:spPr>
          <a:xfrm>
            <a:off x="716280" y="3578943"/>
            <a:ext cx="1905000" cy="1071562"/>
          </a:xfrm>
          <a:prstGeom prst="rect">
            <a:avLst/>
          </a:prstGeom>
          <a:solidFill>
            <a:schemeClr val="lt2"/>
          </a:solidFill>
          <a:ln w="9525" cap="flat" cmpd="sng">
            <a:solidFill>
              <a:schemeClr val="accent6"/>
            </a:solidFill>
            <a:prstDash val="solid"/>
            <a:round/>
            <a:headEnd type="none" w="sm" len="sm"/>
            <a:tailEnd type="none" w="sm" len="sm"/>
          </a:ln>
        </p:spPr>
      </p:sp>
      <p:sp>
        <p:nvSpPr>
          <p:cNvPr id="530" name="Google Shape;530;p78"/>
          <p:cNvSpPr txBox="1">
            <a:spLocks noGrp="1"/>
          </p:cNvSpPr>
          <p:nvPr>
            <p:ph type="body" idx="22"/>
          </p:nvPr>
        </p:nvSpPr>
        <p:spPr>
          <a:xfrm>
            <a:off x="609600" y="2904744"/>
            <a:ext cx="2011680" cy="40011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533"/>
              </a:spcBef>
              <a:spcAft>
                <a:spcPts val="0"/>
              </a:spcAft>
              <a:buClr>
                <a:schemeClr val="accent1"/>
              </a:buClr>
              <a:buSzPts val="1467"/>
              <a:buFont typeface="Arial"/>
              <a:buNone/>
              <a:defRPr>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1" name="Google Shape;531;p78"/>
          <p:cNvSpPr txBox="1">
            <a:spLocks noGrp="1"/>
          </p:cNvSpPr>
          <p:nvPr>
            <p:ph type="body" idx="23"/>
          </p:nvPr>
        </p:nvSpPr>
        <p:spPr>
          <a:xfrm>
            <a:off x="609600" y="2493407"/>
            <a:ext cx="2011680" cy="215444"/>
          </a:xfrm>
          <a:prstGeom prst="rect">
            <a:avLst/>
          </a:prstGeom>
          <a:noFill/>
          <a:ln>
            <a:noFill/>
          </a:ln>
        </p:spPr>
        <p:txBody>
          <a:bodyPr spcFirstLastPara="1" wrap="square" lIns="320025" tIns="45700" rIns="0" bIns="45700" anchor="b" anchorCtr="0">
            <a:noAutofit/>
          </a:bodyPr>
          <a:lstStyle>
            <a:lvl1pPr marL="457200" marR="0" lvl="0" indent="-228600" algn="l">
              <a:lnSpc>
                <a:spcPct val="100000"/>
              </a:lnSpc>
              <a:spcBef>
                <a:spcPts val="0"/>
              </a:spcBef>
              <a:spcAft>
                <a:spcPts val="0"/>
              </a:spcAft>
              <a:buClr>
                <a:schemeClr val="accent1"/>
              </a:buClr>
              <a:buSzPts val="1467"/>
              <a:buFont typeface="Arial"/>
              <a:buNone/>
              <a:defRPr>
                <a:solidFill>
                  <a:schemeClr val="accent1"/>
                </a:solidFill>
                <a:latin typeface="Arial"/>
                <a:ea typeface="Arial"/>
                <a:cs typeface="Arial"/>
                <a:sym typeface="Arial"/>
              </a:defRPr>
            </a:lvl1pPr>
            <a:lvl2pPr marL="914400" lvl="1" indent="-342900" algn="l">
              <a:lnSpc>
                <a:spcPct val="90000"/>
              </a:lnSpc>
              <a:spcBef>
                <a:spcPts val="533"/>
              </a:spcBef>
              <a:spcAft>
                <a:spcPts val="0"/>
              </a:spcAft>
              <a:buSzPts val="1800"/>
              <a:buChar char="•"/>
              <a:defRPr/>
            </a:lvl2pPr>
            <a:lvl3pPr marL="1371600" lvl="2" indent="-342900" algn="l">
              <a:lnSpc>
                <a:spcPct val="90000"/>
              </a:lnSpc>
              <a:spcBef>
                <a:spcPts val="533"/>
              </a:spcBef>
              <a:spcAft>
                <a:spcPts val="0"/>
              </a:spcAft>
              <a:buSzPts val="1800"/>
              <a:buChar char="•"/>
              <a:defRPr/>
            </a:lvl3pPr>
            <a:lvl4pPr marL="1828800" lvl="3" indent="-342900" algn="l">
              <a:lnSpc>
                <a:spcPct val="90000"/>
              </a:lnSpc>
              <a:spcBef>
                <a:spcPts val="267"/>
              </a:spcBef>
              <a:spcAft>
                <a:spcPts val="0"/>
              </a:spcAft>
              <a:buSzPts val="1800"/>
              <a:buChar char="•"/>
              <a:defRPr/>
            </a:lvl4pPr>
            <a:lvl5pPr marL="2286000" lvl="4" indent="-342900" algn="l">
              <a:lnSpc>
                <a:spcPct val="90000"/>
              </a:lnSpc>
              <a:spcBef>
                <a:spcPts val="267"/>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532" name="Google Shape;532;p78"/>
          <p:cNvCxnSpPr/>
          <p:nvPr/>
        </p:nvCxnSpPr>
        <p:spPr>
          <a:xfrm>
            <a:off x="0" y="3429000"/>
            <a:ext cx="12192000" cy="0"/>
          </a:xfrm>
          <a:prstGeom prst="straightConnector1">
            <a:avLst/>
          </a:prstGeom>
          <a:noFill/>
          <a:ln w="63500" cap="flat" cmpd="sng">
            <a:solidFill>
              <a:schemeClr val="accent1"/>
            </a:solidFill>
            <a:prstDash val="solid"/>
            <a:miter lim="8000"/>
            <a:headEnd type="none" w="sm" len="sm"/>
            <a:tailEnd type="none" w="sm" len="sm"/>
          </a:ln>
        </p:spPr>
      </p:cxnSp>
      <p:sp>
        <p:nvSpPr>
          <p:cNvPr id="533" name="Google Shape;533;p78"/>
          <p:cNvSpPr txBox="1">
            <a:spLocks noGrp="1"/>
          </p:cNvSpPr>
          <p:nvPr>
            <p:ph type="body" idx="24"/>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4" name="Google Shape;534;p78"/>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Centered)">
  <p:cSld name="Title, Subtitle (Centered)">
    <p:spTree>
      <p:nvGrpSpPr>
        <p:cNvPr id="1" name="Shape 535"/>
        <p:cNvGrpSpPr/>
        <p:nvPr/>
      </p:nvGrpSpPr>
      <p:grpSpPr>
        <a:xfrm>
          <a:off x="0" y="0"/>
          <a:ext cx="0" cy="0"/>
          <a:chOff x="0" y="0"/>
          <a:chExt cx="0" cy="0"/>
        </a:xfrm>
      </p:grpSpPr>
      <p:sp>
        <p:nvSpPr>
          <p:cNvPr id="536" name="Google Shape;536;p79"/>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37" name="Google Shape;537;p79"/>
          <p:cNvSpPr txBox="1">
            <a:spLocks noGrp="1"/>
          </p:cNvSpPr>
          <p:nvPr>
            <p:ph type="body" idx="1"/>
          </p:nvPr>
        </p:nvSpPr>
        <p:spPr>
          <a:xfrm>
            <a:off x="609600" y="1127760"/>
            <a:ext cx="10972800" cy="304800"/>
          </a:xfrm>
          <a:prstGeom prst="rect">
            <a:avLst/>
          </a:prstGeom>
          <a:noFill/>
          <a:ln>
            <a:noFill/>
          </a:ln>
        </p:spPr>
        <p:txBody>
          <a:bodyPr spcFirstLastPara="1" wrap="square" lIns="0" tIns="91425" rIns="0" bIns="45700" anchor="t" anchorCtr="0">
            <a:noAutofit/>
          </a:bodyPr>
          <a:lstStyle>
            <a:lvl1pPr marL="457200" lvl="0" indent="-228600" algn="ctr">
              <a:lnSpc>
                <a:spcPct val="90000"/>
              </a:lnSpc>
              <a:spcBef>
                <a:spcPts val="0"/>
              </a:spcBef>
              <a:spcAft>
                <a:spcPts val="0"/>
              </a:spcAft>
              <a:buSzPts val="1600"/>
              <a:buFont typeface="Arial"/>
              <a:buNone/>
              <a:defRPr sz="1600">
                <a:solidFill>
                  <a:schemeClr val="accent6"/>
                </a:solidFill>
                <a:latin typeface="Arial"/>
                <a:ea typeface="Arial"/>
                <a:cs typeface="Arial"/>
                <a:sym typeface="Arial"/>
              </a:defRPr>
            </a:lvl1pPr>
            <a:lvl2pPr marL="914400" lvl="1" indent="-330200" algn="l">
              <a:lnSpc>
                <a:spcPct val="90000"/>
              </a:lnSpc>
              <a:spcBef>
                <a:spcPts val="533"/>
              </a:spcBef>
              <a:spcAft>
                <a:spcPts val="0"/>
              </a:spcAft>
              <a:buSzPts val="1600"/>
              <a:buChar char="•"/>
              <a:defRPr sz="1600">
                <a:solidFill>
                  <a:schemeClr val="accent6"/>
                </a:solidFill>
              </a:defRPr>
            </a:lvl2pPr>
            <a:lvl3pPr marL="1371600" lvl="2" indent="-330200" algn="l">
              <a:lnSpc>
                <a:spcPct val="90000"/>
              </a:lnSpc>
              <a:spcBef>
                <a:spcPts val="533"/>
              </a:spcBef>
              <a:spcAft>
                <a:spcPts val="0"/>
              </a:spcAft>
              <a:buSzPts val="1600"/>
              <a:buChar char="•"/>
              <a:defRPr sz="1600">
                <a:solidFill>
                  <a:schemeClr val="accent6"/>
                </a:solidFill>
              </a:defRPr>
            </a:lvl3pPr>
            <a:lvl4pPr marL="1828800" lvl="3" indent="-330200" algn="l">
              <a:lnSpc>
                <a:spcPct val="90000"/>
              </a:lnSpc>
              <a:spcBef>
                <a:spcPts val="267"/>
              </a:spcBef>
              <a:spcAft>
                <a:spcPts val="0"/>
              </a:spcAft>
              <a:buSzPts val="1600"/>
              <a:buChar char="•"/>
              <a:defRPr sz="1600">
                <a:solidFill>
                  <a:schemeClr val="accent6"/>
                </a:solidFill>
              </a:defRPr>
            </a:lvl4pPr>
            <a:lvl5pPr marL="2286000" lvl="4" indent="-330200" algn="l">
              <a:lnSpc>
                <a:spcPct val="90000"/>
              </a:lnSpc>
              <a:spcBef>
                <a:spcPts val="267"/>
              </a:spcBef>
              <a:spcAft>
                <a:spcPts val="0"/>
              </a:spcAft>
              <a:buSzPts val="1600"/>
              <a:buChar char="•"/>
              <a:defRPr sz="1600">
                <a:solidFill>
                  <a:schemeClr val="accent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8" name="Google Shape;538;p79"/>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Clr>
                <a:schemeClr val="dk1"/>
              </a:buClr>
              <a:buSzPts val="2933"/>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空白">
  <p:cSld name="空白">
    <p:spTree>
      <p:nvGrpSpPr>
        <p:cNvPr id="1" name="Shape 539"/>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540"/>
        <p:cNvGrpSpPr/>
        <p:nvPr/>
      </p:nvGrpSpPr>
      <p:grpSpPr>
        <a:xfrm>
          <a:off x="0" y="0"/>
          <a:ext cx="0" cy="0"/>
          <a:chOff x="0" y="0"/>
          <a:chExt cx="0" cy="0"/>
        </a:xfrm>
      </p:grpSpPr>
      <p:sp>
        <p:nvSpPr>
          <p:cNvPr id="541" name="Google Shape;541;p81"/>
          <p:cNvSpPr txBox="1">
            <a:spLocks noGrp="1"/>
          </p:cNvSpPr>
          <p:nvPr>
            <p:ph type="ctrTitle"/>
          </p:nvPr>
        </p:nvSpPr>
        <p:spPr>
          <a:xfrm>
            <a:off x="1524000" y="1122363"/>
            <a:ext cx="9144000" cy="2387600"/>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2" name="Google Shape;542;p81"/>
          <p:cNvSpPr txBox="1">
            <a:spLocks noGrp="1"/>
          </p:cNvSpPr>
          <p:nvPr>
            <p:ph type="subTitle" idx="1"/>
          </p:nvPr>
        </p:nvSpPr>
        <p:spPr>
          <a:xfrm>
            <a:off x="1524000" y="3602038"/>
            <a:ext cx="9144000" cy="1655762"/>
          </a:xfrm>
          <a:prstGeom prst="rect">
            <a:avLst/>
          </a:prstGeom>
          <a:noFill/>
          <a:ln>
            <a:noFill/>
          </a:ln>
        </p:spPr>
        <p:txBody>
          <a:bodyPr spcFirstLastPara="1" wrap="square" lIns="0" tIns="45700" rIns="0" bIns="45700" anchor="t" anchorCtr="0">
            <a:noAutofit/>
          </a:bodyPr>
          <a:lstStyle>
            <a:lvl1pPr lvl="0" algn="ctr">
              <a:lnSpc>
                <a:spcPct val="90000"/>
              </a:lnSpc>
              <a:spcBef>
                <a:spcPts val="533"/>
              </a:spcBef>
              <a:spcAft>
                <a:spcPts val="0"/>
              </a:spcAft>
              <a:buSzPts val="2400"/>
              <a:buNone/>
              <a:defRPr sz="2400"/>
            </a:lvl1pPr>
            <a:lvl2pPr lvl="1" algn="ctr">
              <a:lnSpc>
                <a:spcPct val="90000"/>
              </a:lnSpc>
              <a:spcBef>
                <a:spcPts val="533"/>
              </a:spcBef>
              <a:spcAft>
                <a:spcPts val="0"/>
              </a:spcAft>
              <a:buSzPts val="2000"/>
              <a:buNone/>
              <a:defRPr sz="2000"/>
            </a:lvl2pPr>
            <a:lvl3pPr lvl="2" algn="ctr">
              <a:lnSpc>
                <a:spcPct val="90000"/>
              </a:lnSpc>
              <a:spcBef>
                <a:spcPts val="533"/>
              </a:spcBef>
              <a:spcAft>
                <a:spcPts val="0"/>
              </a:spcAft>
              <a:buSzPts val="1800"/>
              <a:buNone/>
              <a:defRPr sz="1800"/>
            </a:lvl3pPr>
            <a:lvl4pPr lvl="3" algn="ctr">
              <a:lnSpc>
                <a:spcPct val="90000"/>
              </a:lnSpc>
              <a:spcBef>
                <a:spcPts val="267"/>
              </a:spcBef>
              <a:spcAft>
                <a:spcPts val="0"/>
              </a:spcAft>
              <a:buSzPts val="1600"/>
              <a:buNone/>
              <a:defRPr sz="1600"/>
            </a:lvl4pPr>
            <a:lvl5pPr lvl="4" algn="ctr">
              <a:lnSpc>
                <a:spcPct val="90000"/>
              </a:lnSpc>
              <a:spcBef>
                <a:spcPts val="267"/>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43" name="Google Shape;543;p8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44" name="Google Shape;544;p81"/>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5" name="Google Shape;545;p81"/>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p:nvPr/>
        </p:nvSpPr>
        <p:spPr>
          <a:xfrm>
            <a:off x="11514340" y="6482777"/>
            <a:ext cx="373262" cy="69963"/>
          </a:xfrm>
          <a:custGeom>
            <a:avLst/>
            <a:gdLst/>
            <a:ahLst/>
            <a:cxnLst/>
            <a:rect l="l" t="t" r="r" b="b"/>
            <a:pathLst>
              <a:path w="1119785" h="209889" extrusionOk="0">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sp>
        <p:nvSpPr>
          <p:cNvPr id="11" name="Google Shape;11;p35"/>
          <p:cNvSpPr/>
          <p:nvPr/>
        </p:nvSpPr>
        <p:spPr>
          <a:xfrm>
            <a:off x="11327066" y="6462758"/>
            <a:ext cx="160858" cy="106444"/>
          </a:xfrm>
          <a:custGeom>
            <a:avLst/>
            <a:gdLst/>
            <a:ahLst/>
            <a:cxnLst/>
            <a:rect l="l" t="t" r="r" b="b"/>
            <a:pathLst>
              <a:path w="482575" h="319331" extrusionOk="0">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Arial"/>
              <a:ea typeface="Arial"/>
              <a:cs typeface="Arial"/>
              <a:sym typeface="Arial"/>
            </a:endParaRPr>
          </a:p>
        </p:txBody>
      </p:sp>
      <p:sp>
        <p:nvSpPr>
          <p:cNvPr id="12" name="Google Shape;12;p35"/>
          <p:cNvSpPr txBox="1">
            <a:spLocks noGrp="1"/>
          </p:cNvSpPr>
          <p:nvPr>
            <p:ph type="ftr" idx="11"/>
          </p:nvPr>
        </p:nvSpPr>
        <p:spPr>
          <a:xfrm>
            <a:off x="2514600" y="6477000"/>
            <a:ext cx="7162800" cy="123111"/>
          </a:xfrm>
          <a:prstGeom prst="rect">
            <a:avLst/>
          </a:prstGeom>
          <a:noFill/>
          <a:ln>
            <a:noFill/>
          </a:ln>
        </p:spPr>
        <p:txBody>
          <a:bodyPr spcFirstLastPara="1" wrap="square" lIns="0" tIns="45700" rIns="0" bIns="45700" anchor="b" anchorCtr="0">
            <a:noAutofit/>
          </a:bodyPr>
          <a:lstStyle>
            <a:lvl1pPr marR="0" lvl="0" algn="ctr" rtl="0">
              <a:lnSpc>
                <a:spcPct val="90000"/>
              </a:lnSpc>
              <a:spcBef>
                <a:spcPts val="0"/>
              </a:spcBef>
              <a:spcAft>
                <a:spcPts val="0"/>
              </a:spcAft>
              <a:buSzPts val="1400"/>
              <a:buNone/>
              <a:defRPr sz="667">
                <a:solidFill>
                  <a:schemeClr val="accent6"/>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sldNum" idx="12"/>
          </p:nvPr>
        </p:nvSpPr>
        <p:spPr>
          <a:xfrm>
            <a:off x="5709424" y="6670288"/>
            <a:ext cx="498088" cy="123111"/>
          </a:xfrm>
          <a:prstGeom prst="rect">
            <a:avLst/>
          </a:prstGeom>
          <a:noFill/>
          <a:ln>
            <a:noFill/>
          </a:ln>
        </p:spPr>
        <p:txBody>
          <a:bodyPr spcFirstLastPara="1" wrap="square" lIns="0" tIns="45700" rIns="0" bIns="45700" anchor="ctr" anchorCtr="0">
            <a:noAutofit/>
          </a:bodyPr>
          <a:lstStyle>
            <a:lvl1pPr marL="0" marR="0" lvl="0" indent="0" algn="l" rtl="0">
              <a:lnSpc>
                <a:spcPct val="90000"/>
              </a:lnSpc>
              <a:spcBef>
                <a:spcPts val="0"/>
              </a:spcBef>
              <a:buNone/>
              <a:defRPr sz="1400" b="0" u="none">
                <a:solidFill>
                  <a:schemeClr val="dk1"/>
                </a:solidFill>
                <a:latin typeface="Arial"/>
                <a:ea typeface="Arial"/>
                <a:cs typeface="Arial"/>
                <a:sym typeface="Arial"/>
              </a:defRPr>
            </a:lvl1pPr>
            <a:lvl2pPr marL="0" marR="0" lvl="1" indent="0" algn="l" rtl="0">
              <a:lnSpc>
                <a:spcPct val="90000"/>
              </a:lnSpc>
              <a:spcBef>
                <a:spcPts val="0"/>
              </a:spcBef>
              <a:buNone/>
              <a:defRPr sz="1400" b="0" u="none">
                <a:solidFill>
                  <a:schemeClr val="dk1"/>
                </a:solidFill>
                <a:latin typeface="Arial"/>
                <a:ea typeface="Arial"/>
                <a:cs typeface="Arial"/>
                <a:sym typeface="Arial"/>
              </a:defRPr>
            </a:lvl2pPr>
            <a:lvl3pPr marL="0" marR="0" lvl="2" indent="0" algn="l" rtl="0">
              <a:lnSpc>
                <a:spcPct val="90000"/>
              </a:lnSpc>
              <a:spcBef>
                <a:spcPts val="0"/>
              </a:spcBef>
              <a:buNone/>
              <a:defRPr sz="1400" b="0" u="none">
                <a:solidFill>
                  <a:schemeClr val="dk1"/>
                </a:solidFill>
                <a:latin typeface="Arial"/>
                <a:ea typeface="Arial"/>
                <a:cs typeface="Arial"/>
                <a:sym typeface="Arial"/>
              </a:defRPr>
            </a:lvl3pPr>
            <a:lvl4pPr marL="0" marR="0" lvl="3" indent="0" algn="l" rtl="0">
              <a:lnSpc>
                <a:spcPct val="90000"/>
              </a:lnSpc>
              <a:spcBef>
                <a:spcPts val="0"/>
              </a:spcBef>
              <a:buNone/>
              <a:defRPr sz="1400" b="0" u="none">
                <a:solidFill>
                  <a:schemeClr val="dk1"/>
                </a:solidFill>
                <a:latin typeface="Arial"/>
                <a:ea typeface="Arial"/>
                <a:cs typeface="Arial"/>
                <a:sym typeface="Arial"/>
              </a:defRPr>
            </a:lvl4pPr>
            <a:lvl5pPr marL="0" marR="0" lvl="4" indent="0" algn="l" rtl="0">
              <a:lnSpc>
                <a:spcPct val="90000"/>
              </a:lnSpc>
              <a:spcBef>
                <a:spcPts val="0"/>
              </a:spcBef>
              <a:buNone/>
              <a:defRPr sz="1400" b="0" u="none">
                <a:solidFill>
                  <a:schemeClr val="dk1"/>
                </a:solidFill>
                <a:latin typeface="Arial"/>
                <a:ea typeface="Arial"/>
                <a:cs typeface="Arial"/>
                <a:sym typeface="Arial"/>
              </a:defRPr>
            </a:lvl5pPr>
            <a:lvl6pPr marL="0" marR="0" lvl="5" indent="0" algn="l" rtl="0">
              <a:lnSpc>
                <a:spcPct val="90000"/>
              </a:lnSpc>
              <a:spcBef>
                <a:spcPts val="0"/>
              </a:spcBef>
              <a:buNone/>
              <a:defRPr sz="1400" b="0" u="none">
                <a:solidFill>
                  <a:schemeClr val="dk1"/>
                </a:solidFill>
                <a:latin typeface="Arial"/>
                <a:ea typeface="Arial"/>
                <a:cs typeface="Arial"/>
                <a:sym typeface="Arial"/>
              </a:defRPr>
            </a:lvl6pPr>
            <a:lvl7pPr marL="0" marR="0" lvl="6" indent="0" algn="l" rtl="0">
              <a:lnSpc>
                <a:spcPct val="90000"/>
              </a:lnSpc>
              <a:spcBef>
                <a:spcPts val="0"/>
              </a:spcBef>
              <a:buNone/>
              <a:defRPr sz="1400" b="0" u="none">
                <a:solidFill>
                  <a:schemeClr val="dk1"/>
                </a:solidFill>
                <a:latin typeface="Arial"/>
                <a:ea typeface="Arial"/>
                <a:cs typeface="Arial"/>
                <a:sym typeface="Arial"/>
              </a:defRPr>
            </a:lvl7pPr>
            <a:lvl8pPr marL="0" marR="0" lvl="7" indent="0" algn="l" rtl="0">
              <a:lnSpc>
                <a:spcPct val="90000"/>
              </a:lnSpc>
              <a:spcBef>
                <a:spcPts val="0"/>
              </a:spcBef>
              <a:buNone/>
              <a:defRPr sz="1400" b="0" u="none">
                <a:solidFill>
                  <a:schemeClr val="dk1"/>
                </a:solidFill>
                <a:latin typeface="Arial"/>
                <a:ea typeface="Arial"/>
                <a:cs typeface="Arial"/>
                <a:sym typeface="Arial"/>
              </a:defRPr>
            </a:lvl8pPr>
            <a:lvl9pPr marL="0" marR="0" lvl="8" indent="0" algn="l" rtl="0">
              <a:lnSpc>
                <a:spcPct val="90000"/>
              </a:lnSpc>
              <a:spcBef>
                <a:spcPts val="0"/>
              </a:spcBef>
              <a:buNone/>
              <a:defRPr sz="1400" b="0" u="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4" name="Google Shape;14;p35"/>
          <p:cNvSpPr txBox="1">
            <a:spLocks noGrp="1"/>
          </p:cNvSpPr>
          <p:nvPr>
            <p:ph type="body" idx="1"/>
          </p:nvPr>
        </p:nvSpPr>
        <p:spPr>
          <a:xfrm>
            <a:off x="609600" y="1981200"/>
            <a:ext cx="10972800" cy="4267200"/>
          </a:xfrm>
          <a:prstGeom prst="rect">
            <a:avLst/>
          </a:prstGeom>
          <a:noFill/>
          <a:ln>
            <a:noFill/>
          </a:ln>
        </p:spPr>
        <p:txBody>
          <a:bodyPr spcFirstLastPara="1" wrap="square" lIns="0" tIns="45700" rIns="0" bIns="45700" anchor="t" anchorCtr="0">
            <a:noAutofit/>
          </a:bodyPr>
          <a:lstStyle>
            <a:lvl1pPr marL="457200" marR="0" lvl="0" indent="-321755" algn="l" rtl="0">
              <a:lnSpc>
                <a:spcPct val="90000"/>
              </a:lnSpc>
              <a:spcBef>
                <a:spcPts val="533"/>
              </a:spcBef>
              <a:spcAft>
                <a:spcPts val="0"/>
              </a:spcAft>
              <a:buClr>
                <a:schemeClr val="accent1"/>
              </a:buClr>
              <a:buSzPts val="1467"/>
              <a:buFont typeface="Arial"/>
              <a:buChar char="​"/>
              <a:defRPr sz="1467" b="0" i="0" u="none" strike="noStrike" cap="none">
                <a:solidFill>
                  <a:schemeClr val="dk1"/>
                </a:solidFill>
                <a:latin typeface="Arial"/>
                <a:ea typeface="Arial"/>
                <a:cs typeface="Arial"/>
                <a:sym typeface="Arial"/>
              </a:defRPr>
            </a:lvl1pPr>
            <a:lvl2pPr marL="914400" marR="0" lvl="1" indent="-313246" algn="l" rtl="0">
              <a:lnSpc>
                <a:spcPct val="90000"/>
              </a:lnSpc>
              <a:spcBef>
                <a:spcPts val="533"/>
              </a:spcBef>
              <a:spcAft>
                <a:spcPts val="0"/>
              </a:spcAft>
              <a:buClr>
                <a:schemeClr val="accent1"/>
              </a:buClr>
              <a:buSzPts val="1333"/>
              <a:buFont typeface="Arial"/>
              <a:buChar char="•"/>
              <a:defRPr sz="1333" b="0" i="0" u="none" strike="noStrike" cap="none">
                <a:solidFill>
                  <a:schemeClr val="dk1"/>
                </a:solidFill>
                <a:latin typeface="Arial"/>
                <a:ea typeface="Arial"/>
                <a:cs typeface="Arial"/>
                <a:sym typeface="Arial"/>
              </a:defRPr>
            </a:lvl2pPr>
            <a:lvl3pPr marL="1371600" marR="0" lvl="2" indent="-304800" algn="l" rtl="0">
              <a:lnSpc>
                <a:spcPct val="90000"/>
              </a:lnSpc>
              <a:spcBef>
                <a:spcPts val="533"/>
              </a:spcBef>
              <a:spcAft>
                <a:spcPts val="0"/>
              </a:spcAft>
              <a:buClr>
                <a:schemeClr val="accent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96355" algn="l" rtl="0">
              <a:lnSpc>
                <a:spcPct val="90000"/>
              </a:lnSpc>
              <a:spcBef>
                <a:spcPts val="267"/>
              </a:spcBef>
              <a:spcAft>
                <a:spcPts val="0"/>
              </a:spcAft>
              <a:buClr>
                <a:schemeClr val="accent1"/>
              </a:buClr>
              <a:buSzPts val="1067"/>
              <a:buFont typeface="Arial"/>
              <a:buChar char="•"/>
              <a:defRPr sz="1067" b="0" i="0" u="none" strike="noStrike" cap="none">
                <a:solidFill>
                  <a:schemeClr val="dk1"/>
                </a:solidFill>
                <a:latin typeface="Arial"/>
                <a:ea typeface="Arial"/>
                <a:cs typeface="Arial"/>
                <a:sym typeface="Arial"/>
              </a:defRPr>
            </a:lvl4pPr>
            <a:lvl5pPr marL="2286000" marR="0" lvl="4" indent="-287845" algn="l" rtl="0">
              <a:lnSpc>
                <a:spcPct val="90000"/>
              </a:lnSpc>
              <a:spcBef>
                <a:spcPts val="267"/>
              </a:spcBef>
              <a:spcAft>
                <a:spcPts val="0"/>
              </a:spcAft>
              <a:buClr>
                <a:schemeClr val="accent1"/>
              </a:buClr>
              <a:buSzPts val="933"/>
              <a:buFont typeface="Arial"/>
              <a:buChar char="•"/>
              <a:defRPr sz="933"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35"/>
          <p:cNvSpPr txBox="1">
            <a:spLocks noGrp="1"/>
          </p:cNvSpPr>
          <p:nvPr>
            <p:ph type="title"/>
          </p:nvPr>
        </p:nvSpPr>
        <p:spPr>
          <a:xfrm>
            <a:off x="609600" y="304800"/>
            <a:ext cx="10972800" cy="822960"/>
          </a:xfrm>
          <a:prstGeom prst="rect">
            <a:avLst/>
          </a:prstGeom>
          <a:noFill/>
          <a:ln>
            <a:noFill/>
          </a:ln>
        </p:spPr>
        <p:txBody>
          <a:bodyPr spcFirstLastPara="1" wrap="square" lIns="0" tIns="45700" rIns="0" bIns="45700" anchor="b" anchorCtr="0">
            <a:noAutofit/>
          </a:bodyPr>
          <a:lstStyle>
            <a:lvl1pPr marR="0" lvl="0" algn="l" rtl="0">
              <a:lnSpc>
                <a:spcPct val="90000"/>
              </a:lnSpc>
              <a:spcBef>
                <a:spcPts val="0"/>
              </a:spcBef>
              <a:spcAft>
                <a:spcPts val="0"/>
              </a:spcAft>
              <a:buClr>
                <a:schemeClr val="dk1"/>
              </a:buClr>
              <a:buSzPts val="2933"/>
              <a:buFont typeface="Arial"/>
              <a:buNone/>
              <a:defRPr sz="2933"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5"/>
          <p:cNvSpPr txBox="1"/>
          <p:nvPr/>
        </p:nvSpPr>
        <p:spPr>
          <a:xfrm>
            <a:off x="609600" y="6477000"/>
            <a:ext cx="1889760" cy="123111"/>
          </a:xfrm>
          <a:prstGeom prst="rect">
            <a:avLst/>
          </a:prstGeom>
          <a:noFill/>
          <a:ln>
            <a:noFill/>
          </a:ln>
        </p:spPr>
        <p:txBody>
          <a:bodyPr spcFirstLastPara="1" wrap="square" lIns="0" tIns="15225" rIns="0" bIns="15225" anchor="ctr" anchorCtr="0">
            <a:noAutofit/>
          </a:bodyPr>
          <a:lstStyle/>
          <a:p>
            <a:pPr marL="0" marR="0" lvl="0" indent="0" algn="l" rtl="0">
              <a:lnSpc>
                <a:spcPct val="90000"/>
              </a:lnSpc>
              <a:spcBef>
                <a:spcPts val="0"/>
              </a:spcBef>
              <a:spcAft>
                <a:spcPts val="0"/>
              </a:spcAft>
              <a:buNone/>
            </a:pPr>
            <a:r>
              <a:rPr lang="en-US" sz="667" b="0" u="none">
                <a:solidFill>
                  <a:schemeClr val="dk1"/>
                </a:solidFill>
                <a:latin typeface="Arial"/>
                <a:ea typeface="Arial"/>
                <a:cs typeface="Arial"/>
                <a:sym typeface="Arial"/>
              </a:rPr>
              <a:t>NVIDIA CONFIDENTIAL. DO NOT DISTRIBUTE.</a:t>
            </a:r>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65151"/>
          </p15:clr>
        </p15:guide>
        <p15:guide id="2" pos="23040">
          <p15:clr>
            <a:srgbClr val="F65151"/>
          </p15:clr>
        </p15:guide>
        <p15:guide id="3" pos="1152">
          <p15:clr>
            <a:srgbClr val="F65151"/>
          </p15:clr>
        </p15:guide>
        <p15:guide id="4" pos="21888">
          <p15:clr>
            <a:srgbClr val="F65151"/>
          </p15:clr>
        </p15:guide>
        <p15:guide id="5" orient="horz">
          <p15:clr>
            <a:srgbClr val="F65151"/>
          </p15:clr>
        </p15:guide>
        <p15:guide id="6" orient="horz" pos="12960">
          <p15:clr>
            <a:srgbClr val="F65151"/>
          </p15:clr>
        </p15:guide>
        <p15:guide id="7" orient="horz" pos="1152">
          <p15:clr>
            <a:srgbClr val="F65151"/>
          </p15:clr>
        </p15:guide>
        <p15:guide id="8" orient="horz" pos="11808">
          <p15:clr>
            <a:srgbClr val="F65151"/>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html/2606.02745v1"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https://tianshuwu.github.io/sugar-humanoid/"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hyperlink" Target="https://jiann-li.github.io/mimic2d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28"/>
          <p:cNvSpPr txBox="1"/>
          <p:nvPr/>
        </p:nvSpPr>
        <p:spPr>
          <a:xfrm>
            <a:off x="858632" y="2933479"/>
            <a:ext cx="10332600" cy="991200"/>
          </a:xfrm>
          <a:prstGeom prst="rect">
            <a:avLst/>
          </a:prstGeom>
          <a:noFill/>
          <a:ln>
            <a:noFill/>
          </a:ln>
        </p:spPr>
        <p:txBody>
          <a:bodyPr spcFirstLastPara="1" wrap="square" lIns="18275" tIns="18275" rIns="18275" bIns="18275" anchor="t" anchorCtr="0">
            <a:spAutoFit/>
          </a:bodyPr>
          <a:lstStyle/>
          <a:p>
            <a:pPr marL="0" marR="0" lvl="0" indent="0" algn="l" rtl="0">
              <a:lnSpc>
                <a:spcPct val="100000"/>
              </a:lnSpc>
              <a:spcBef>
                <a:spcPts val="0"/>
              </a:spcBef>
              <a:spcAft>
                <a:spcPts val="0"/>
              </a:spcAft>
              <a:buNone/>
            </a:pPr>
            <a:r>
              <a:rPr lang="en-US" sz="3100" b="1">
                <a:solidFill>
                  <a:schemeClr val="dk1"/>
                </a:solidFill>
                <a:latin typeface="Arial"/>
                <a:ea typeface="Arial"/>
                <a:cs typeface="Arial"/>
                <a:sym typeface="Arial"/>
              </a:rPr>
              <a:t>Demonstration-Guided RL without Retargeting</a:t>
            </a:r>
            <a:endParaRPr>
              <a:solidFill>
                <a:schemeClr val="dk1"/>
              </a:solidFill>
            </a:endParaRPr>
          </a:p>
          <a:p>
            <a:pPr marL="0" marR="0" lvl="0" indent="0" algn="l" rtl="0">
              <a:lnSpc>
                <a:spcPct val="100000"/>
              </a:lnSpc>
              <a:spcBef>
                <a:spcPts val="0"/>
              </a:spcBef>
              <a:spcAft>
                <a:spcPts val="0"/>
              </a:spcAft>
              <a:buNone/>
            </a:pPr>
            <a:endParaRPr sz="3100" b="1">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29"/>
          <p:cNvSpPr txBox="1"/>
          <p:nvPr/>
        </p:nvSpPr>
        <p:spPr>
          <a:xfrm>
            <a:off x="311724" y="231371"/>
            <a:ext cx="11873400" cy="455700"/>
          </a:xfrm>
          <a:prstGeom prst="rect">
            <a:avLst/>
          </a:prstGeom>
          <a:noFill/>
          <a:ln>
            <a:noFill/>
          </a:ln>
        </p:spPr>
        <p:txBody>
          <a:bodyPr spcFirstLastPara="1" wrap="square" lIns="27425" tIns="27425" rIns="27425" bIns="27425" anchor="t" anchorCtr="0">
            <a:spAutoFit/>
          </a:bodyPr>
          <a:lstStyle/>
          <a:p>
            <a:pPr marL="0" marR="0" lvl="0" indent="0" algn="l" rtl="0">
              <a:spcBef>
                <a:spcPts val="0"/>
              </a:spcBef>
              <a:spcAft>
                <a:spcPts val="0"/>
              </a:spcAft>
              <a:buNone/>
            </a:pPr>
            <a:r>
              <a:rPr lang="en-US" sz="2600" b="1">
                <a:solidFill>
                  <a:srgbClr val="181C24"/>
                </a:solidFill>
                <a:latin typeface="Arial"/>
                <a:ea typeface="Arial"/>
                <a:cs typeface="Arial"/>
                <a:sym typeface="Arial"/>
              </a:rPr>
              <a:t>Motivation: Robots </a:t>
            </a:r>
            <a:r>
              <a:rPr lang="en-US" sz="2600" b="1">
                <a:solidFill>
                  <a:srgbClr val="181C24"/>
                </a:solidFill>
              </a:rPr>
              <a:t>N</a:t>
            </a:r>
            <a:r>
              <a:rPr lang="en-US" sz="2600" b="1">
                <a:solidFill>
                  <a:srgbClr val="181C24"/>
                </a:solidFill>
                <a:latin typeface="Arial"/>
                <a:ea typeface="Arial"/>
                <a:cs typeface="Arial"/>
                <a:sym typeface="Arial"/>
              </a:rPr>
              <a:t>eed </a:t>
            </a:r>
            <a:r>
              <a:rPr lang="en-US" sz="2600" b="1">
                <a:solidFill>
                  <a:srgbClr val="181C24"/>
                </a:solidFill>
              </a:rPr>
              <a:t>S</a:t>
            </a:r>
            <a:r>
              <a:rPr lang="en-US" sz="2600" b="1">
                <a:solidFill>
                  <a:srgbClr val="181C24"/>
                </a:solidFill>
                <a:latin typeface="Arial"/>
                <a:ea typeface="Arial"/>
                <a:cs typeface="Arial"/>
                <a:sym typeface="Arial"/>
              </a:rPr>
              <a:t>calable </a:t>
            </a:r>
            <a:r>
              <a:rPr lang="en-US" sz="2600" b="1">
                <a:solidFill>
                  <a:srgbClr val="181C24"/>
                </a:solidFill>
              </a:rPr>
              <a:t>Learning, Like Babies</a:t>
            </a:r>
            <a:endParaRPr sz="2600" b="1">
              <a:solidFill>
                <a:srgbClr val="181C24"/>
              </a:solidFill>
              <a:latin typeface="Arial"/>
              <a:ea typeface="Arial"/>
              <a:cs typeface="Arial"/>
              <a:sym typeface="Arial"/>
            </a:endParaRPr>
          </a:p>
        </p:txBody>
      </p:sp>
      <p:sp>
        <p:nvSpPr>
          <p:cNvPr id="724" name="Google Shape;724;p29" descr="机器人学习与实验流程"/>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5" name="Google Shape;725;p29" descr="机器人学习与实验流程"/>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726" name="Google Shape;726;p29"/>
          <p:cNvPicPr preferRelativeResize="0"/>
          <p:nvPr/>
        </p:nvPicPr>
        <p:blipFill rotWithShape="1">
          <a:blip r:embed="rId3">
            <a:alphaModFix/>
          </a:blip>
          <a:srcRect t="14288" b="13461"/>
          <a:stretch/>
        </p:blipFill>
        <p:spPr>
          <a:xfrm>
            <a:off x="1050762" y="832887"/>
            <a:ext cx="10090487" cy="4103049"/>
          </a:xfrm>
          <a:prstGeom prst="rect">
            <a:avLst/>
          </a:prstGeom>
          <a:noFill/>
          <a:ln>
            <a:noFill/>
          </a:ln>
        </p:spPr>
      </p:pic>
      <p:sp>
        <p:nvSpPr>
          <p:cNvPr id="727" name="Google Shape;727;p29"/>
          <p:cNvSpPr txBox="1"/>
          <p:nvPr/>
        </p:nvSpPr>
        <p:spPr>
          <a:xfrm>
            <a:off x="917675" y="5081750"/>
            <a:ext cx="3451200" cy="1477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Supervis</a:t>
            </a:r>
            <a:r>
              <a:rPr lang="en-US" sz="1800">
                <a:solidFill>
                  <a:schemeClr val="dk1"/>
                </a:solidFill>
              </a:rPr>
              <a:t>ed</a:t>
            </a:r>
            <a:br>
              <a:rPr lang="en-US" sz="1800">
                <a:solidFill>
                  <a:schemeClr val="dk1"/>
                </a:solidFill>
                <a:latin typeface="Arial"/>
                <a:ea typeface="Arial"/>
                <a:cs typeface="Arial"/>
                <a:sym typeface="Arial"/>
              </a:rPr>
            </a:br>
            <a:r>
              <a:rPr lang="en-US" sz="1800">
                <a:solidFill>
                  <a:srgbClr val="B9636A"/>
                </a:solidFill>
              </a:rPr>
              <a:t>Expensive 2D/3D Annotation</a:t>
            </a:r>
            <a:br>
              <a:rPr lang="en-US" sz="1800">
                <a:solidFill>
                  <a:srgbClr val="B9636A"/>
                </a:solidFill>
              </a:rPr>
            </a:br>
            <a:r>
              <a:rPr lang="en-US" sz="1800">
                <a:solidFill>
                  <a:srgbClr val="B9636A"/>
                </a:solidFill>
              </a:rPr>
              <a:t>Retargetting &amp; Correction &amp; Filtering</a:t>
            </a:r>
            <a:endParaRPr sz="1800">
              <a:solidFill>
                <a:srgbClr val="B9636A"/>
              </a:solidFill>
              <a:latin typeface="Arial"/>
              <a:ea typeface="Arial"/>
              <a:cs typeface="Arial"/>
              <a:sym typeface="Arial"/>
            </a:endParaRPr>
          </a:p>
          <a:p>
            <a:pPr marL="0" marR="0" lvl="0" indent="0" algn="ctr" rtl="0">
              <a:spcBef>
                <a:spcPts val="0"/>
              </a:spcBef>
              <a:spcAft>
                <a:spcPts val="0"/>
              </a:spcAft>
              <a:buNone/>
            </a:pPr>
            <a:r>
              <a:rPr lang="en-US" sz="1800">
                <a:solidFill>
                  <a:srgbClr val="B9636A"/>
                </a:solidFill>
              </a:rPr>
              <a:t>Limited</a:t>
            </a:r>
            <a:r>
              <a:rPr lang="en-US" sz="1800">
                <a:solidFill>
                  <a:srgbClr val="B9636A"/>
                </a:solidFill>
                <a:latin typeface="Arial"/>
                <a:ea typeface="Arial"/>
                <a:cs typeface="Arial"/>
                <a:sym typeface="Arial"/>
              </a:rPr>
              <a:t> </a:t>
            </a:r>
            <a:r>
              <a:rPr lang="en-US" sz="1800">
                <a:solidFill>
                  <a:srgbClr val="B9636A"/>
                </a:solidFill>
              </a:rPr>
              <a:t>Diversity</a:t>
            </a:r>
            <a:endParaRPr sz="1800">
              <a:solidFill>
                <a:srgbClr val="B9636A"/>
              </a:solidFill>
              <a:latin typeface="Arial"/>
              <a:ea typeface="Arial"/>
              <a:cs typeface="Arial"/>
              <a:sym typeface="Arial"/>
            </a:endParaRPr>
          </a:p>
        </p:txBody>
      </p:sp>
      <p:sp>
        <p:nvSpPr>
          <p:cNvPr id="728" name="Google Shape;728;p29"/>
          <p:cNvSpPr txBox="1"/>
          <p:nvPr/>
        </p:nvSpPr>
        <p:spPr>
          <a:xfrm>
            <a:off x="4470842" y="5081725"/>
            <a:ext cx="2899800" cy="1200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Pure RL</a:t>
            </a:r>
            <a:endParaRPr/>
          </a:p>
          <a:p>
            <a:pPr marL="0" lvl="0" indent="0" algn="ctr" rtl="0">
              <a:spcBef>
                <a:spcPts val="0"/>
              </a:spcBef>
              <a:spcAft>
                <a:spcPts val="0"/>
              </a:spcAft>
              <a:buNone/>
            </a:pPr>
            <a:r>
              <a:rPr lang="en-US" sz="1800">
                <a:solidFill>
                  <a:srgbClr val="B9636A"/>
                </a:solidFill>
              </a:rPr>
              <a:t>Requires Explicit Success Metric</a:t>
            </a:r>
            <a:endParaRPr sz="1800">
              <a:solidFill>
                <a:srgbClr val="B9636A"/>
              </a:solidFill>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29"/>
          <p:cNvSpPr txBox="1"/>
          <p:nvPr/>
        </p:nvSpPr>
        <p:spPr>
          <a:xfrm>
            <a:off x="7618225" y="5081725"/>
            <a:ext cx="3451200" cy="1477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rPr>
              <a:t>Casual </a:t>
            </a:r>
            <a:r>
              <a:rPr lang="en-US" sz="1800">
                <a:solidFill>
                  <a:schemeClr val="dk1"/>
                </a:solidFill>
                <a:latin typeface="Arial"/>
                <a:ea typeface="Arial"/>
                <a:cs typeface="Arial"/>
                <a:sym typeface="Arial"/>
              </a:rPr>
              <a:t>Demonstrations</a:t>
            </a:r>
            <a:endParaRPr/>
          </a:p>
          <a:p>
            <a:pPr marL="0" marR="0" lvl="0" indent="0" algn="ctr" rtl="0">
              <a:spcBef>
                <a:spcPts val="0"/>
              </a:spcBef>
              <a:spcAft>
                <a:spcPts val="0"/>
              </a:spcAft>
              <a:buNone/>
            </a:pPr>
            <a:r>
              <a:rPr lang="en-US" sz="1800">
                <a:solidFill>
                  <a:srgbClr val="00B050"/>
                </a:solidFill>
              </a:rPr>
              <a:t>Any Viewpoint ✅</a:t>
            </a:r>
            <a:br>
              <a:rPr lang="en-US" sz="1800">
                <a:solidFill>
                  <a:srgbClr val="00B050"/>
                </a:solidFill>
              </a:rPr>
            </a:br>
            <a:r>
              <a:rPr lang="en-US" sz="1800">
                <a:solidFill>
                  <a:srgbClr val="00B050"/>
                </a:solidFill>
              </a:rPr>
              <a:t>No Explicit Metric ✅</a:t>
            </a:r>
            <a:br>
              <a:rPr lang="en-US" sz="1800">
                <a:solidFill>
                  <a:srgbClr val="00B050"/>
                </a:solidFill>
              </a:rPr>
            </a:br>
            <a:r>
              <a:rPr lang="en-US" sz="1800">
                <a:solidFill>
                  <a:srgbClr val="00B050"/>
                </a:solidFill>
              </a:rPr>
              <a:t>Minimal Annotation ✅</a:t>
            </a:r>
            <a:br>
              <a:rPr lang="en-US" sz="1800">
                <a:solidFill>
                  <a:srgbClr val="00B050"/>
                </a:solidFill>
              </a:rPr>
            </a:br>
            <a:r>
              <a:rPr lang="en-US" sz="1800">
                <a:solidFill>
                  <a:srgbClr val="00B050"/>
                </a:solidFill>
              </a:rPr>
              <a:t>No Retargetting ✅</a:t>
            </a:r>
            <a:endParaRPr sz="1800">
              <a:solidFill>
                <a:srgbClr val="00B05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pic>
        <p:nvPicPr>
          <p:cNvPr id="735" name="Google Shape;735;g3f7c363cec0_1_78"/>
          <p:cNvPicPr preferRelativeResize="0"/>
          <p:nvPr/>
        </p:nvPicPr>
        <p:blipFill rotWithShape="1">
          <a:blip r:embed="rId3">
            <a:alphaModFix/>
          </a:blip>
          <a:srcRect l="64075" t="14291" b="13460"/>
          <a:stretch/>
        </p:blipFill>
        <p:spPr>
          <a:xfrm>
            <a:off x="1325524" y="1377475"/>
            <a:ext cx="3625026" cy="4103049"/>
          </a:xfrm>
          <a:prstGeom prst="rect">
            <a:avLst/>
          </a:prstGeom>
          <a:noFill/>
          <a:ln>
            <a:noFill/>
          </a:ln>
        </p:spPr>
      </p:pic>
      <p:sp>
        <p:nvSpPr>
          <p:cNvPr id="736" name="Google Shape;736;g3f7c363cec0_1_78"/>
          <p:cNvSpPr txBox="1"/>
          <p:nvPr/>
        </p:nvSpPr>
        <p:spPr>
          <a:xfrm>
            <a:off x="253474" y="478996"/>
            <a:ext cx="11873400" cy="455700"/>
          </a:xfrm>
          <a:prstGeom prst="rect">
            <a:avLst/>
          </a:prstGeom>
          <a:noFill/>
          <a:ln>
            <a:noFill/>
          </a:ln>
        </p:spPr>
        <p:txBody>
          <a:bodyPr spcFirstLastPara="1" wrap="square" lIns="27425" tIns="27425" rIns="27425" bIns="27425" anchor="t" anchorCtr="0">
            <a:spAutoFit/>
          </a:bodyPr>
          <a:lstStyle/>
          <a:p>
            <a:pPr marL="0" marR="0" lvl="0" indent="0" algn="l" rtl="0">
              <a:spcBef>
                <a:spcPts val="0"/>
              </a:spcBef>
              <a:spcAft>
                <a:spcPts val="0"/>
              </a:spcAft>
              <a:buNone/>
            </a:pPr>
            <a:r>
              <a:rPr lang="en-US" sz="2600" b="1">
                <a:solidFill>
                  <a:srgbClr val="181C24"/>
                </a:solidFill>
              </a:rPr>
              <a:t>A Potentially Ideal Learning Framework</a:t>
            </a:r>
            <a:endParaRPr sz="2600" b="1">
              <a:solidFill>
                <a:srgbClr val="181C24"/>
              </a:solidFill>
              <a:latin typeface="Arial"/>
              <a:ea typeface="Arial"/>
              <a:cs typeface="Arial"/>
              <a:sym typeface="Arial"/>
            </a:endParaRPr>
          </a:p>
        </p:txBody>
      </p:sp>
      <p:sp>
        <p:nvSpPr>
          <p:cNvPr id="737" name="Google Shape;737;g3f7c363cec0_1_78"/>
          <p:cNvSpPr txBox="1"/>
          <p:nvPr/>
        </p:nvSpPr>
        <p:spPr>
          <a:xfrm>
            <a:off x="5154475" y="2413050"/>
            <a:ext cx="6061800" cy="2031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rPr>
              <a:t>Demonstration Video</a:t>
            </a:r>
            <a:br>
              <a:rPr lang="en-US" sz="1800">
                <a:solidFill>
                  <a:schemeClr val="dk1"/>
                </a:solidFill>
              </a:rPr>
            </a:br>
            <a:endParaRPr sz="1800">
              <a:solidFill>
                <a:schemeClr val="dk1"/>
              </a:solidFill>
            </a:endParaRPr>
          </a:p>
          <a:p>
            <a:pPr marL="0" marR="0" lvl="0" indent="0" algn="ctr" rtl="0">
              <a:spcBef>
                <a:spcPts val="0"/>
              </a:spcBef>
              <a:spcAft>
                <a:spcPts val="0"/>
              </a:spcAft>
              <a:buNone/>
            </a:pPr>
            <a:r>
              <a:rPr lang="en-US" sz="1800">
                <a:solidFill>
                  <a:schemeClr val="dk1"/>
                </a:solidFill>
              </a:rPr>
              <a:t>-&gt;    Generate digital cousin world</a:t>
            </a:r>
            <a:br>
              <a:rPr lang="en-US" sz="1800">
                <a:solidFill>
                  <a:schemeClr val="dk1"/>
                </a:solidFill>
              </a:rPr>
            </a:br>
            <a:r>
              <a:rPr lang="en-US" sz="1800">
                <a:solidFill>
                  <a:schemeClr val="accent6"/>
                </a:solidFill>
              </a:rPr>
              <a:t>(different from real world)</a:t>
            </a:r>
            <a:endParaRPr sz="1800">
              <a:solidFill>
                <a:schemeClr val="accent6"/>
              </a:solidFill>
            </a:endParaRPr>
          </a:p>
          <a:p>
            <a:pPr marL="0" marR="0" lvl="0" indent="0" algn="l" rtl="0">
              <a:spcBef>
                <a:spcPts val="0"/>
              </a:spcBef>
              <a:spcAft>
                <a:spcPts val="0"/>
              </a:spcAft>
              <a:buNone/>
            </a:pPr>
            <a:endParaRPr sz="1800">
              <a:solidFill>
                <a:schemeClr val="dk1"/>
              </a:solidFill>
            </a:endParaRPr>
          </a:p>
          <a:p>
            <a:pPr marL="0" marR="0" lvl="0" indent="0" algn="ctr" rtl="0">
              <a:spcBef>
                <a:spcPts val="0"/>
              </a:spcBef>
              <a:spcAft>
                <a:spcPts val="0"/>
              </a:spcAft>
              <a:buNone/>
            </a:pPr>
            <a:r>
              <a:rPr lang="en-US" sz="1800">
                <a:solidFill>
                  <a:schemeClr val="dk1"/>
                </a:solidFill>
              </a:rPr>
              <a:t>-&gt;    Robot watch demo, </a:t>
            </a:r>
            <a:br>
              <a:rPr lang="en-US" sz="1800">
                <a:solidFill>
                  <a:schemeClr val="dk1"/>
                </a:solidFill>
              </a:rPr>
            </a:br>
            <a:r>
              <a:rPr lang="en-US" sz="1800">
                <a:solidFill>
                  <a:schemeClr val="dk1"/>
                </a:solidFill>
              </a:rPr>
              <a:t>make world state semantically similar to demo</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pic>
        <p:nvPicPr>
          <p:cNvPr id="743" name="Google Shape;743;p31"/>
          <p:cNvPicPr preferRelativeResize="0"/>
          <p:nvPr/>
        </p:nvPicPr>
        <p:blipFill rotWithShape="1">
          <a:blip r:embed="rId3">
            <a:alphaModFix/>
          </a:blip>
          <a:srcRect b="12311"/>
          <a:stretch/>
        </p:blipFill>
        <p:spPr>
          <a:xfrm>
            <a:off x="1474850" y="828225"/>
            <a:ext cx="9242302" cy="4561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0"/>
          <p:cNvSpPr txBox="1"/>
          <p:nvPr/>
        </p:nvSpPr>
        <p:spPr>
          <a:xfrm>
            <a:off x="475487" y="256032"/>
            <a:ext cx="11873400" cy="455700"/>
          </a:xfrm>
          <a:prstGeom prst="rect">
            <a:avLst/>
          </a:prstGeom>
          <a:noFill/>
          <a:ln>
            <a:noFill/>
          </a:ln>
        </p:spPr>
        <p:txBody>
          <a:bodyPr spcFirstLastPara="1" wrap="square" lIns="27425" tIns="27425" rIns="27425" bIns="27425" anchor="t" anchorCtr="0">
            <a:spAutoFit/>
          </a:bodyPr>
          <a:lstStyle/>
          <a:p>
            <a:pPr marL="0" marR="0" lvl="0" indent="0" algn="l" rtl="0">
              <a:spcBef>
                <a:spcPts val="0"/>
              </a:spcBef>
              <a:spcAft>
                <a:spcPts val="0"/>
              </a:spcAft>
              <a:buNone/>
            </a:pPr>
            <a:r>
              <a:rPr lang="en-US" sz="2600" b="1">
                <a:solidFill>
                  <a:srgbClr val="181C24"/>
                </a:solidFill>
              </a:rPr>
              <a:t>Toy </a:t>
            </a:r>
            <a:r>
              <a:rPr lang="en-US" sz="2600" b="1">
                <a:solidFill>
                  <a:srgbClr val="181C24"/>
                </a:solidFill>
                <a:latin typeface="Arial"/>
                <a:ea typeface="Arial"/>
                <a:cs typeface="Arial"/>
                <a:sym typeface="Arial"/>
              </a:rPr>
              <a:t>Task: Learn to Carry from a Demonstration</a:t>
            </a:r>
            <a:endParaRPr sz="2600" b="1">
              <a:solidFill>
                <a:srgbClr val="181C24"/>
              </a:solidFill>
              <a:latin typeface="Arial"/>
              <a:ea typeface="Arial"/>
              <a:cs typeface="Arial"/>
              <a:sym typeface="Arial"/>
            </a:endParaRPr>
          </a:p>
        </p:txBody>
      </p:sp>
      <p:pic>
        <p:nvPicPr>
          <p:cNvPr id="750" name="Google Shape;750;p30"/>
          <p:cNvPicPr preferRelativeResize="0"/>
          <p:nvPr/>
        </p:nvPicPr>
        <p:blipFill rotWithShape="1">
          <a:blip r:embed="rId3">
            <a:alphaModFix/>
          </a:blip>
          <a:srcRect/>
          <a:stretch/>
        </p:blipFill>
        <p:spPr>
          <a:xfrm>
            <a:off x="2525965" y="876486"/>
            <a:ext cx="7772401" cy="4374300"/>
          </a:xfrm>
          <a:prstGeom prst="rect">
            <a:avLst/>
          </a:prstGeom>
          <a:noFill/>
          <a:ln>
            <a:noFill/>
          </a:ln>
        </p:spPr>
      </p:pic>
      <p:sp>
        <p:nvSpPr>
          <p:cNvPr id="751" name="Google Shape;751;p30"/>
          <p:cNvSpPr txBox="1"/>
          <p:nvPr/>
        </p:nvSpPr>
        <p:spPr>
          <a:xfrm>
            <a:off x="1689275" y="5323600"/>
            <a:ext cx="9445800" cy="161610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b="1">
                <a:solidFill>
                  <a:srgbClr val="00B050"/>
                </a:solidFill>
              </a:rPr>
              <a:t>Robot sees a box and also</a:t>
            </a:r>
            <a:r>
              <a:rPr lang="en-US" sz="1800" b="1">
                <a:solidFill>
                  <a:srgbClr val="00B050"/>
                </a:solidFill>
                <a:latin typeface="Arial"/>
                <a:ea typeface="Arial"/>
                <a:cs typeface="Arial"/>
                <a:sym typeface="Arial"/>
              </a:rPr>
              <a:t> </a:t>
            </a:r>
            <a:r>
              <a:rPr lang="en-US" sz="1800" b="1">
                <a:solidFill>
                  <a:srgbClr val="00B050"/>
                </a:solidFill>
              </a:rPr>
              <a:t>how human carries</a:t>
            </a:r>
            <a:r>
              <a:rPr lang="en-US" sz="1800" b="1">
                <a:solidFill>
                  <a:srgbClr val="00B050"/>
                </a:solidFill>
                <a:latin typeface="Arial"/>
                <a:ea typeface="Arial"/>
                <a:cs typeface="Arial"/>
                <a:sym typeface="Arial"/>
              </a:rPr>
              <a:t>,</a:t>
            </a:r>
            <a:endParaRPr/>
          </a:p>
          <a:p>
            <a:pPr marL="0" marR="0" lvl="0" indent="0" algn="ctr" rtl="0">
              <a:lnSpc>
                <a:spcPct val="150000"/>
              </a:lnSpc>
              <a:spcBef>
                <a:spcPts val="0"/>
              </a:spcBef>
              <a:spcAft>
                <a:spcPts val="0"/>
              </a:spcAft>
              <a:buNone/>
            </a:pPr>
            <a:r>
              <a:rPr lang="en-US" sz="1800">
                <a:solidFill>
                  <a:schemeClr val="dk1"/>
                </a:solidFill>
                <a:latin typeface="Arial"/>
                <a:ea typeface="Arial"/>
                <a:cs typeface="Arial"/>
                <a:sym typeface="Arial"/>
              </a:rPr>
              <a:t>The robot imitates the human, but </a:t>
            </a:r>
            <a:r>
              <a:rPr lang="en-US" sz="1800">
                <a:solidFill>
                  <a:schemeClr val="dk1"/>
                </a:solidFill>
              </a:rPr>
              <a:t>finds its own strategy</a:t>
            </a:r>
            <a:r>
              <a:rPr lang="en-US" sz="1800">
                <a:solidFill>
                  <a:schemeClr val="accent6"/>
                </a:solidFill>
              </a:rPr>
              <a:t> (e.g. force, posture, contact)</a:t>
            </a:r>
            <a:br>
              <a:rPr lang="en-US" sz="1800">
                <a:solidFill>
                  <a:schemeClr val="dk1"/>
                </a:solidFill>
              </a:rPr>
            </a:br>
            <a:r>
              <a:rPr lang="en-US" sz="1800">
                <a:solidFill>
                  <a:schemeClr val="dk1"/>
                </a:solidFill>
              </a:rPr>
              <a:t>with </a:t>
            </a:r>
            <a:r>
              <a:rPr lang="en-US" sz="1800" b="1">
                <a:solidFill>
                  <a:srgbClr val="00B050"/>
                </a:solidFill>
              </a:rPr>
              <a:t>minimal annotation and no retargetting</a:t>
            </a:r>
            <a:endParaRPr b="1">
              <a:solidFill>
                <a:srgbClr val="00B050"/>
              </a:solidFill>
            </a:endParaRPr>
          </a:p>
          <a:p>
            <a:pPr marL="0" marR="0" lvl="0" indent="0" algn="ctr" rtl="0">
              <a:lnSpc>
                <a:spcPct val="150000"/>
              </a:lnSpc>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34"/>
          <p:cNvSpPr txBox="1"/>
          <p:nvPr/>
        </p:nvSpPr>
        <p:spPr>
          <a:xfrm>
            <a:off x="502920" y="320040"/>
            <a:ext cx="10698480" cy="457200"/>
          </a:xfrm>
          <a:prstGeom prst="rect">
            <a:avLst/>
          </a:prstGeom>
          <a:noFill/>
          <a:ln>
            <a:noFill/>
          </a:ln>
        </p:spPr>
        <p:txBody>
          <a:bodyPr spcFirstLastPara="1" wrap="square" lIns="91425" tIns="45700" rIns="91425" bIns="45700" anchor="t" anchorCtr="0">
            <a:normAutofit lnSpcReduction="20000"/>
          </a:bodyPr>
          <a:lstStyle/>
          <a:p>
            <a:pPr marL="0" marR="0" lvl="0" indent="0" algn="l" rtl="0">
              <a:lnSpc>
                <a:spcPct val="102000"/>
              </a:lnSpc>
              <a:spcBef>
                <a:spcPts val="0"/>
              </a:spcBef>
              <a:spcAft>
                <a:spcPts val="0"/>
              </a:spcAft>
              <a:buNone/>
            </a:pPr>
            <a:r>
              <a:rPr lang="en-US" sz="2800" b="1">
                <a:solidFill>
                  <a:srgbClr val="1C2129"/>
                </a:solidFill>
              </a:rPr>
              <a:t>Learn to Bridge Demo2Real</a:t>
            </a:r>
            <a:r>
              <a:rPr lang="en-US" sz="2800" b="1">
                <a:solidFill>
                  <a:srgbClr val="1C2129"/>
                </a:solidFill>
                <a:latin typeface="Arial"/>
                <a:ea typeface="Arial"/>
                <a:cs typeface="Arial"/>
                <a:sym typeface="Arial"/>
              </a:rPr>
              <a:t> Gap</a:t>
            </a:r>
            <a:endParaRPr/>
          </a:p>
        </p:txBody>
      </p:sp>
      <p:sp>
        <p:nvSpPr>
          <p:cNvPr id="758" name="Google Shape;758;p34"/>
          <p:cNvSpPr txBox="1"/>
          <p:nvPr/>
        </p:nvSpPr>
        <p:spPr>
          <a:xfrm>
            <a:off x="640080" y="896112"/>
            <a:ext cx="10149840" cy="27432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lnSpc>
                <a:spcPct val="102000"/>
              </a:lnSpc>
              <a:spcBef>
                <a:spcPts val="0"/>
              </a:spcBef>
              <a:spcAft>
                <a:spcPts val="0"/>
              </a:spcAft>
              <a:buNone/>
            </a:pPr>
            <a:r>
              <a:rPr lang="en-US" sz="1600" b="0">
                <a:solidFill>
                  <a:srgbClr val="525C6B"/>
                </a:solidFill>
                <a:latin typeface="Arial"/>
                <a:ea typeface="Arial"/>
                <a:cs typeface="Arial"/>
                <a:sym typeface="Arial"/>
              </a:rPr>
              <a:t>Demonstration shows the goal; contact and curiosity choose the strategy.</a:t>
            </a:r>
            <a:endParaRPr/>
          </a:p>
        </p:txBody>
      </p:sp>
      <p:sp>
        <p:nvSpPr>
          <p:cNvPr id="759" name="Google Shape;759;p34"/>
          <p:cNvSpPr/>
          <p:nvPr/>
        </p:nvSpPr>
        <p:spPr>
          <a:xfrm>
            <a:off x="621792" y="1207008"/>
            <a:ext cx="10881360" cy="22860"/>
          </a:xfrm>
          <a:prstGeom prst="rect">
            <a:avLst/>
          </a:prstGeom>
          <a:solidFill>
            <a:srgbClr val="00A8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0" name="Google Shape;760;p34"/>
          <p:cNvSpPr txBox="1"/>
          <p:nvPr/>
        </p:nvSpPr>
        <p:spPr>
          <a:xfrm>
            <a:off x="673426" y="5756150"/>
            <a:ext cx="10778100" cy="457200"/>
          </a:xfrm>
          <a:prstGeom prst="rect">
            <a:avLst/>
          </a:prstGeom>
          <a:noFill/>
          <a:ln>
            <a:noFill/>
          </a:ln>
        </p:spPr>
        <p:txBody>
          <a:bodyPr spcFirstLastPara="1" wrap="square" lIns="91425" tIns="45700" rIns="91425" bIns="45700" anchor="t" anchorCtr="0">
            <a:normAutofit/>
          </a:bodyPr>
          <a:lstStyle/>
          <a:p>
            <a:pPr marL="0" marR="0" lvl="0" indent="0" algn="ctr" rtl="0">
              <a:lnSpc>
                <a:spcPct val="102000"/>
              </a:lnSpc>
              <a:spcBef>
                <a:spcPts val="0"/>
              </a:spcBef>
              <a:spcAft>
                <a:spcPts val="0"/>
              </a:spcAft>
              <a:buNone/>
            </a:pPr>
            <a:r>
              <a:rPr lang="en-US" sz="2400">
                <a:solidFill>
                  <a:srgbClr val="1C2129"/>
                </a:solidFill>
              </a:rPr>
              <a:t>Same demo, different body, different load -&gt; different strategy.</a:t>
            </a:r>
            <a:endParaRPr/>
          </a:p>
        </p:txBody>
      </p:sp>
      <p:pic>
        <p:nvPicPr>
          <p:cNvPr id="761" name="Google Shape;761;p34"/>
          <p:cNvPicPr preferRelativeResize="0"/>
          <p:nvPr/>
        </p:nvPicPr>
        <p:blipFill rotWithShape="1">
          <a:blip r:embed="rId3">
            <a:alphaModFix/>
          </a:blip>
          <a:srcRect/>
          <a:stretch/>
        </p:blipFill>
        <p:spPr>
          <a:xfrm>
            <a:off x="2535439" y="1507997"/>
            <a:ext cx="7054065" cy="39700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32"/>
          <p:cNvSpPr txBox="1"/>
          <p:nvPr/>
        </p:nvSpPr>
        <p:spPr>
          <a:xfrm>
            <a:off x="502920" y="320040"/>
            <a:ext cx="10698480" cy="457200"/>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None/>
            </a:pPr>
            <a:r>
              <a:rPr lang="en-US" sz="2600" b="1">
                <a:solidFill>
                  <a:srgbClr val="1C2129"/>
                </a:solidFill>
              </a:rPr>
              <a:t>Related Work - </a:t>
            </a:r>
            <a:r>
              <a:rPr lang="en-US" sz="2600" b="1">
                <a:solidFill>
                  <a:srgbClr val="1C2129"/>
                </a:solidFill>
                <a:latin typeface="Arial"/>
                <a:ea typeface="Arial"/>
                <a:cs typeface="Arial"/>
                <a:sym typeface="Arial"/>
              </a:rPr>
              <a:t>Demo Video as Policy Condition</a:t>
            </a:r>
            <a:endParaRPr/>
          </a:p>
        </p:txBody>
      </p:sp>
      <p:sp>
        <p:nvSpPr>
          <p:cNvPr id="768" name="Google Shape;768;p32"/>
          <p:cNvSpPr txBox="1"/>
          <p:nvPr/>
        </p:nvSpPr>
        <p:spPr>
          <a:xfrm>
            <a:off x="502920" y="706148"/>
            <a:ext cx="10058400" cy="27432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spcBef>
                <a:spcPts val="0"/>
              </a:spcBef>
              <a:spcAft>
                <a:spcPts val="0"/>
              </a:spcAft>
              <a:buNone/>
            </a:pPr>
            <a:r>
              <a:rPr lang="en-US" sz="1600" b="0" u="sng">
                <a:solidFill>
                  <a:schemeClr val="hlink"/>
                </a:solidFill>
                <a:latin typeface="Arial"/>
                <a:ea typeface="Arial"/>
                <a:cs typeface="Arial"/>
                <a:sym typeface="Arial"/>
                <a:hlinkClick r:id="rId3"/>
              </a:rPr>
              <a:t>SeeTraceAct: one demonstration video guides an unseen tabletop task.</a:t>
            </a:r>
            <a:endParaRPr/>
          </a:p>
        </p:txBody>
      </p:sp>
      <p:sp>
        <p:nvSpPr>
          <p:cNvPr id="769" name="Google Shape;769;p32"/>
          <p:cNvSpPr/>
          <p:nvPr/>
        </p:nvSpPr>
        <p:spPr>
          <a:xfrm>
            <a:off x="621792" y="1028474"/>
            <a:ext cx="10881360" cy="22860"/>
          </a:xfrm>
          <a:prstGeom prst="rect">
            <a:avLst/>
          </a:prstGeom>
          <a:solidFill>
            <a:srgbClr val="1F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0" name="Google Shape;770;p32"/>
          <p:cNvSpPr txBox="1"/>
          <p:nvPr/>
        </p:nvSpPr>
        <p:spPr>
          <a:xfrm>
            <a:off x="9006840" y="6144768"/>
            <a:ext cx="2011680" cy="201168"/>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r" rtl="0">
              <a:spcBef>
                <a:spcPts val="0"/>
              </a:spcBef>
              <a:spcAft>
                <a:spcPts val="0"/>
              </a:spcAft>
              <a:buNone/>
            </a:pPr>
            <a:r>
              <a:rPr lang="en-US" sz="1050" b="0">
                <a:solidFill>
                  <a:srgbClr val="525C6B"/>
                </a:solidFill>
                <a:latin typeface="Arial"/>
                <a:ea typeface="Arial"/>
                <a:cs typeface="Arial"/>
                <a:sym typeface="Arial"/>
              </a:rPr>
              <a:t>SeeTraceAct, 2026</a:t>
            </a:r>
            <a:endParaRPr/>
          </a:p>
        </p:txBody>
      </p:sp>
      <p:pic>
        <p:nvPicPr>
          <p:cNvPr id="771" name="Google Shape;771;p32"/>
          <p:cNvPicPr preferRelativeResize="0"/>
          <p:nvPr/>
        </p:nvPicPr>
        <p:blipFill rotWithShape="1">
          <a:blip r:embed="rId4">
            <a:alphaModFix/>
          </a:blip>
          <a:srcRect/>
          <a:stretch/>
        </p:blipFill>
        <p:spPr>
          <a:xfrm>
            <a:off x="2475507" y="1055675"/>
            <a:ext cx="7173930" cy="4557973"/>
          </a:xfrm>
          <a:prstGeom prst="rect">
            <a:avLst/>
          </a:prstGeom>
          <a:noFill/>
          <a:ln>
            <a:noFill/>
          </a:ln>
        </p:spPr>
      </p:pic>
      <p:sp>
        <p:nvSpPr>
          <p:cNvPr id="772" name="Google Shape;772;p32"/>
          <p:cNvSpPr txBox="1"/>
          <p:nvPr/>
        </p:nvSpPr>
        <p:spPr>
          <a:xfrm>
            <a:off x="960120" y="5779008"/>
            <a:ext cx="10149840" cy="256032"/>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None/>
            </a:pPr>
            <a:r>
              <a:rPr lang="en-US" sz="1500" b="1">
                <a:solidFill>
                  <a:srgbClr val="1C2129"/>
                </a:solidFill>
                <a:latin typeface="Arial"/>
                <a:ea typeface="Arial"/>
                <a:cs typeface="Arial"/>
                <a:sym typeface="Arial"/>
              </a:rPr>
              <a:t>What/how: demo video prompt + current views -&gt; robot action.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g3f7c363cec0_2_7"/>
          <p:cNvSpPr txBox="1"/>
          <p:nvPr/>
        </p:nvSpPr>
        <p:spPr>
          <a:xfrm>
            <a:off x="502920" y="320040"/>
            <a:ext cx="10698600" cy="457200"/>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None/>
            </a:pPr>
            <a:r>
              <a:rPr lang="en-US" sz="2600" b="1">
                <a:solidFill>
                  <a:srgbClr val="1C2129"/>
                </a:solidFill>
              </a:rPr>
              <a:t>Related Work - </a:t>
            </a:r>
            <a:r>
              <a:rPr lang="en-US" sz="2600" b="1">
                <a:solidFill>
                  <a:srgbClr val="1C2129"/>
                </a:solidFill>
                <a:latin typeface="Arial"/>
                <a:ea typeface="Arial"/>
                <a:cs typeface="Arial"/>
                <a:sym typeface="Arial"/>
              </a:rPr>
              <a:t>Human Video to Humanoid Box Carrying</a:t>
            </a:r>
            <a:endParaRPr/>
          </a:p>
        </p:txBody>
      </p:sp>
      <p:sp>
        <p:nvSpPr>
          <p:cNvPr id="779" name="Google Shape;779;g3f7c363cec0_2_7"/>
          <p:cNvSpPr txBox="1"/>
          <p:nvPr/>
        </p:nvSpPr>
        <p:spPr>
          <a:xfrm>
            <a:off x="640080" y="896112"/>
            <a:ext cx="10058400" cy="27420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spcBef>
                <a:spcPts val="0"/>
              </a:spcBef>
              <a:spcAft>
                <a:spcPts val="0"/>
              </a:spcAft>
              <a:buNone/>
            </a:pPr>
            <a:r>
              <a:rPr lang="en-US" sz="1600" b="0" u="sng">
                <a:solidFill>
                  <a:schemeClr val="hlink"/>
                </a:solidFill>
                <a:latin typeface="Arial"/>
                <a:ea typeface="Arial"/>
                <a:cs typeface="Arial"/>
                <a:sym typeface="Arial"/>
                <a:hlinkClick r:id="rId3"/>
              </a:rPr>
              <a:t>Sugar: human-video priors drive Unitree G1 box-carrying behavior.</a:t>
            </a:r>
            <a:endParaRPr/>
          </a:p>
        </p:txBody>
      </p:sp>
      <p:sp>
        <p:nvSpPr>
          <p:cNvPr id="780" name="Google Shape;780;g3f7c363cec0_2_7"/>
          <p:cNvSpPr/>
          <p:nvPr/>
        </p:nvSpPr>
        <p:spPr>
          <a:xfrm>
            <a:off x="621792" y="1207008"/>
            <a:ext cx="10881300" cy="22800"/>
          </a:xfrm>
          <a:prstGeom prst="rect">
            <a:avLst/>
          </a:prstGeom>
          <a:solidFill>
            <a:srgbClr val="CC8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1" name="Google Shape;781;g3f7c363cec0_2_7"/>
          <p:cNvSpPr txBox="1"/>
          <p:nvPr/>
        </p:nvSpPr>
        <p:spPr>
          <a:xfrm>
            <a:off x="9006840" y="6144768"/>
            <a:ext cx="2011800" cy="201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r" rtl="0">
              <a:spcBef>
                <a:spcPts val="0"/>
              </a:spcBef>
              <a:spcAft>
                <a:spcPts val="0"/>
              </a:spcAft>
              <a:buNone/>
            </a:pPr>
            <a:r>
              <a:rPr lang="en-US" sz="1050" b="0">
                <a:solidFill>
                  <a:srgbClr val="525C6B"/>
                </a:solidFill>
                <a:latin typeface="Arial"/>
                <a:ea typeface="Arial"/>
                <a:cs typeface="Arial"/>
                <a:sym typeface="Arial"/>
              </a:rPr>
              <a:t>Sugar, 2026</a:t>
            </a:r>
            <a:endParaRPr/>
          </a:p>
        </p:txBody>
      </p:sp>
      <p:pic>
        <p:nvPicPr>
          <p:cNvPr id="782" name="Google Shape;782;g3f7c363cec0_2_7"/>
          <p:cNvPicPr preferRelativeResize="0"/>
          <p:nvPr/>
        </p:nvPicPr>
        <p:blipFill rotWithShape="1">
          <a:blip r:embed="rId4">
            <a:alphaModFix/>
          </a:blip>
          <a:srcRect/>
          <a:stretch/>
        </p:blipFill>
        <p:spPr>
          <a:xfrm>
            <a:off x="1451576" y="1289304"/>
            <a:ext cx="9288848" cy="3859863"/>
          </a:xfrm>
          <a:prstGeom prst="rect">
            <a:avLst/>
          </a:prstGeom>
          <a:noFill/>
          <a:ln>
            <a:noFill/>
          </a:ln>
        </p:spPr>
      </p:pic>
      <p:sp>
        <p:nvSpPr>
          <p:cNvPr id="783" name="Google Shape;783;g3f7c363cec0_2_7"/>
          <p:cNvSpPr txBox="1"/>
          <p:nvPr/>
        </p:nvSpPr>
        <p:spPr>
          <a:xfrm>
            <a:off x="960120" y="5779008"/>
            <a:ext cx="10149900" cy="2559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None/>
            </a:pPr>
            <a:r>
              <a:rPr lang="en-US" sz="1500" b="1">
                <a:solidFill>
                  <a:srgbClr val="1C2129"/>
                </a:solidFill>
                <a:latin typeface="Arial"/>
                <a:ea typeface="Arial"/>
                <a:cs typeface="Arial"/>
                <a:sym typeface="Arial"/>
              </a:rPr>
              <a:t>What/how: human videos -&gt; interaction priors -&gt; humanoid carrying skill.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33"/>
          <p:cNvSpPr txBox="1"/>
          <p:nvPr/>
        </p:nvSpPr>
        <p:spPr>
          <a:xfrm>
            <a:off x="502920" y="320040"/>
            <a:ext cx="10698480" cy="457200"/>
          </a:xfrm>
          <a:prstGeom prst="rect">
            <a:avLst/>
          </a:prstGeom>
          <a:noFill/>
          <a:ln>
            <a:noFill/>
          </a:ln>
        </p:spPr>
        <p:txBody>
          <a:bodyPr spcFirstLastPara="1" wrap="square" lIns="91425" tIns="45700" rIns="91425" bIns="45700" anchor="t" anchorCtr="0">
            <a:normAutofit lnSpcReduction="10000"/>
          </a:bodyPr>
          <a:lstStyle/>
          <a:p>
            <a:pPr marL="0" marR="0" lvl="0" indent="0" algn="l" rtl="0">
              <a:spcBef>
                <a:spcPts val="0"/>
              </a:spcBef>
              <a:spcAft>
                <a:spcPts val="0"/>
              </a:spcAft>
              <a:buNone/>
            </a:pPr>
            <a:r>
              <a:rPr lang="en-US" sz="2600" b="1">
                <a:solidFill>
                  <a:srgbClr val="1C2129"/>
                </a:solidFill>
              </a:rPr>
              <a:t>Related Work - 2D tracking -&gt; Imitation</a:t>
            </a:r>
            <a:endParaRPr/>
          </a:p>
        </p:txBody>
      </p:sp>
      <p:sp>
        <p:nvSpPr>
          <p:cNvPr id="790" name="Google Shape;790;p33"/>
          <p:cNvSpPr txBox="1"/>
          <p:nvPr/>
        </p:nvSpPr>
        <p:spPr>
          <a:xfrm>
            <a:off x="640080" y="896112"/>
            <a:ext cx="10058400" cy="274320"/>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spcBef>
                <a:spcPts val="0"/>
              </a:spcBef>
              <a:spcAft>
                <a:spcPts val="0"/>
              </a:spcAft>
              <a:buNone/>
            </a:pPr>
            <a:r>
              <a:rPr lang="en-US" sz="1600" u="sng">
                <a:solidFill>
                  <a:schemeClr val="hlink"/>
                </a:solidFill>
                <a:hlinkClick r:id="rId3"/>
              </a:rPr>
              <a:t>Learning to Control Physically-simulated 3D Characters via Generating and Mimicking 2D Motions</a:t>
            </a:r>
            <a:endParaRPr/>
          </a:p>
        </p:txBody>
      </p:sp>
      <p:sp>
        <p:nvSpPr>
          <p:cNvPr id="791" name="Google Shape;791;p33"/>
          <p:cNvSpPr/>
          <p:nvPr/>
        </p:nvSpPr>
        <p:spPr>
          <a:xfrm>
            <a:off x="621792" y="1207008"/>
            <a:ext cx="10881360" cy="22860"/>
          </a:xfrm>
          <a:prstGeom prst="rect">
            <a:avLst/>
          </a:prstGeom>
          <a:solidFill>
            <a:srgbClr val="CC84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2" name="Google Shape;792;p33"/>
          <p:cNvSpPr txBox="1"/>
          <p:nvPr/>
        </p:nvSpPr>
        <p:spPr>
          <a:xfrm>
            <a:off x="9006840" y="6144768"/>
            <a:ext cx="2011680" cy="201168"/>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r" rtl="0">
              <a:spcBef>
                <a:spcPts val="0"/>
              </a:spcBef>
              <a:spcAft>
                <a:spcPts val="0"/>
              </a:spcAft>
              <a:buNone/>
            </a:pPr>
            <a:r>
              <a:rPr lang="en-US" sz="1050" b="0">
                <a:solidFill>
                  <a:srgbClr val="525C6B"/>
                </a:solidFill>
                <a:latin typeface="Arial"/>
                <a:ea typeface="Arial"/>
                <a:cs typeface="Arial"/>
                <a:sym typeface="Arial"/>
              </a:rPr>
              <a:t>Sugar, 2026</a:t>
            </a:r>
            <a:endParaRPr/>
          </a:p>
        </p:txBody>
      </p:sp>
      <p:pic>
        <p:nvPicPr>
          <p:cNvPr id="793" name="Google Shape;793;p33"/>
          <p:cNvPicPr preferRelativeResize="0"/>
          <p:nvPr/>
        </p:nvPicPr>
        <p:blipFill>
          <a:blip r:embed="rId4">
            <a:alphaModFix/>
          </a:blip>
          <a:stretch>
            <a:fillRect/>
          </a:stretch>
        </p:blipFill>
        <p:spPr>
          <a:xfrm>
            <a:off x="1261625" y="1379236"/>
            <a:ext cx="9668748" cy="2563049"/>
          </a:xfrm>
          <a:prstGeom prst="rect">
            <a:avLst/>
          </a:prstGeom>
          <a:noFill/>
          <a:ln>
            <a:noFill/>
          </a:ln>
        </p:spPr>
      </p:pic>
      <p:pic>
        <p:nvPicPr>
          <p:cNvPr id="794" name="Google Shape;794;p33"/>
          <p:cNvPicPr preferRelativeResize="0"/>
          <p:nvPr/>
        </p:nvPicPr>
        <p:blipFill>
          <a:blip r:embed="rId5">
            <a:alphaModFix/>
          </a:blip>
          <a:stretch>
            <a:fillRect/>
          </a:stretch>
        </p:blipFill>
        <p:spPr>
          <a:xfrm>
            <a:off x="3079775" y="4091624"/>
            <a:ext cx="5965398" cy="2386175"/>
          </a:xfrm>
          <a:prstGeom prst="rect">
            <a:avLst/>
          </a:prstGeom>
          <a:noFill/>
          <a:ln>
            <a:noFill/>
          </a:ln>
        </p:spPr>
      </p:pic>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2081</Words>
  <Application>Microsoft Macintosh PowerPoint</Application>
  <PresentationFormat>宽屏</PresentationFormat>
  <Paragraphs>86</Paragraphs>
  <Slides>9</Slides>
  <Notes>9</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Roboto Mono</vt:lpstr>
      <vt:lpstr>Roboto Mono Medium</vt:lpstr>
      <vt:lpstr>Arial</vt:lpstr>
      <vt:lpstr>NVIDIA26_Corp Template_LIGHT_v2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Shengze Wang</dc:creator>
  <cp:lastModifiedBy>先生 颜</cp:lastModifiedBy>
  <cp:revision>1</cp:revision>
  <dcterms:created xsi:type="dcterms:W3CDTF">2026-06-26T15:42:27Z</dcterms:created>
  <dcterms:modified xsi:type="dcterms:W3CDTF">2026-07-08T03:33:34Z</dcterms:modified>
</cp:coreProperties>
</file>